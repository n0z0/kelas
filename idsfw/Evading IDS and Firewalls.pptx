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F63165-640A-416C-878C-E923FB8E50E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C884D7-5633-4195-A35E-4219C6AAC985}">
      <dgm:prSet/>
      <dgm:spPr/>
      <dgm:t>
        <a:bodyPr/>
        <a:lstStyle/>
        <a:p>
          <a:pPr>
            <a:lnSpc>
              <a:spcPct val="100000"/>
            </a:lnSpc>
          </a:pPr>
          <a:r>
            <a:rPr lang="en-ID"/>
            <a:t>Modul 1: Dasar-Dasar Keamanan Jaringan (Firewall &amp; IDS)</a:t>
          </a:r>
          <a:endParaRPr lang="en-US"/>
        </a:p>
      </dgm:t>
    </dgm:pt>
    <dgm:pt modelId="{9574C25C-F9C4-4682-8F50-853659D29105}" type="parTrans" cxnId="{898CCDC0-ED79-49C1-B80E-7AABF2BAF8CB}">
      <dgm:prSet/>
      <dgm:spPr/>
      <dgm:t>
        <a:bodyPr/>
        <a:lstStyle/>
        <a:p>
          <a:endParaRPr lang="en-US"/>
        </a:p>
      </dgm:t>
    </dgm:pt>
    <dgm:pt modelId="{D003BABC-1CF0-4274-8034-BD5B6C449743}" type="sibTrans" cxnId="{898CCDC0-ED79-49C1-B80E-7AABF2BAF8CB}">
      <dgm:prSet/>
      <dgm:spPr/>
      <dgm:t>
        <a:bodyPr/>
        <a:lstStyle/>
        <a:p>
          <a:endParaRPr lang="en-US"/>
        </a:p>
      </dgm:t>
    </dgm:pt>
    <dgm:pt modelId="{59DD1767-FE7C-4F5F-AA3A-8C674F059A20}">
      <dgm:prSet/>
      <dgm:spPr/>
      <dgm:t>
        <a:bodyPr/>
        <a:lstStyle/>
        <a:p>
          <a:pPr>
            <a:lnSpc>
              <a:spcPct val="100000"/>
            </a:lnSpc>
          </a:pPr>
          <a:r>
            <a:rPr lang="en-ID"/>
            <a:t>Modul 2: Pengantar Teknik Evasi</a:t>
          </a:r>
          <a:endParaRPr lang="en-US"/>
        </a:p>
      </dgm:t>
    </dgm:pt>
    <dgm:pt modelId="{9E284729-915E-48BB-AD69-53DD18EAF388}" type="parTrans" cxnId="{92C01FFD-76D2-4823-B1C1-22D94CB4BF2D}">
      <dgm:prSet/>
      <dgm:spPr/>
      <dgm:t>
        <a:bodyPr/>
        <a:lstStyle/>
        <a:p>
          <a:endParaRPr lang="en-US"/>
        </a:p>
      </dgm:t>
    </dgm:pt>
    <dgm:pt modelId="{E8639FEC-AAD2-4189-8FDA-BC3B507AD64D}" type="sibTrans" cxnId="{92C01FFD-76D2-4823-B1C1-22D94CB4BF2D}">
      <dgm:prSet/>
      <dgm:spPr/>
      <dgm:t>
        <a:bodyPr/>
        <a:lstStyle/>
        <a:p>
          <a:endParaRPr lang="en-US"/>
        </a:p>
      </dgm:t>
    </dgm:pt>
    <dgm:pt modelId="{A32F007E-F7C8-4EC4-A6AF-38C813C4BBCF}">
      <dgm:prSet/>
      <dgm:spPr/>
      <dgm:t>
        <a:bodyPr/>
        <a:lstStyle/>
        <a:p>
          <a:pPr>
            <a:lnSpc>
              <a:spcPct val="100000"/>
            </a:lnSpc>
          </a:pPr>
          <a:r>
            <a:rPr lang="en-ID"/>
            <a:t>Modul 3: Studi Kasus - Membobol Windows Firewall</a:t>
          </a:r>
          <a:endParaRPr lang="en-US"/>
        </a:p>
      </dgm:t>
    </dgm:pt>
    <dgm:pt modelId="{BB6D6A24-EC2C-4E83-AB9A-00294B0591F4}" type="parTrans" cxnId="{4269E055-BE5E-4583-89AA-D798F0D778D0}">
      <dgm:prSet/>
      <dgm:spPr/>
      <dgm:t>
        <a:bodyPr/>
        <a:lstStyle/>
        <a:p>
          <a:endParaRPr lang="en-US"/>
        </a:p>
      </dgm:t>
    </dgm:pt>
    <dgm:pt modelId="{D02D2EAA-D243-4170-905C-ADF34E7E68D2}" type="sibTrans" cxnId="{4269E055-BE5E-4583-89AA-D798F0D778D0}">
      <dgm:prSet/>
      <dgm:spPr/>
      <dgm:t>
        <a:bodyPr/>
        <a:lstStyle/>
        <a:p>
          <a:endParaRPr lang="en-US"/>
        </a:p>
      </dgm:t>
    </dgm:pt>
    <dgm:pt modelId="{B878805A-0CE7-4876-8A38-F3EBFAE55F55}" type="pres">
      <dgm:prSet presAssocID="{0BF63165-640A-416C-878C-E923FB8E50EC}" presName="root" presStyleCnt="0">
        <dgm:presLayoutVars>
          <dgm:dir/>
          <dgm:resizeHandles val="exact"/>
        </dgm:presLayoutVars>
      </dgm:prSet>
      <dgm:spPr/>
    </dgm:pt>
    <dgm:pt modelId="{CA2B9EDF-E2DC-4FC2-B17E-07E2F0E8AAFE}" type="pres">
      <dgm:prSet presAssocID="{90C884D7-5633-4195-A35E-4219C6AAC985}" presName="compNode" presStyleCnt="0"/>
      <dgm:spPr/>
    </dgm:pt>
    <dgm:pt modelId="{814619E7-7D6E-43AF-B2EB-1053DE16E13E}" type="pres">
      <dgm:prSet presAssocID="{90C884D7-5633-4195-A35E-4219C6AAC985}" presName="bgRect" presStyleLbl="bgShp" presStyleIdx="0" presStyleCnt="3"/>
      <dgm:spPr/>
    </dgm:pt>
    <dgm:pt modelId="{7ED4A156-D7EF-4CA7-8D64-499A6C718507}" type="pres">
      <dgm:prSet presAssocID="{90C884D7-5633-4195-A35E-4219C6AAC9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CA1E4E86-F272-411A-86AE-6B09B29C495D}" type="pres">
      <dgm:prSet presAssocID="{90C884D7-5633-4195-A35E-4219C6AAC985}" presName="spaceRect" presStyleCnt="0"/>
      <dgm:spPr/>
    </dgm:pt>
    <dgm:pt modelId="{0F845916-99BB-4D5F-B8BA-A28D2003ECD8}" type="pres">
      <dgm:prSet presAssocID="{90C884D7-5633-4195-A35E-4219C6AAC985}" presName="parTx" presStyleLbl="revTx" presStyleIdx="0" presStyleCnt="3">
        <dgm:presLayoutVars>
          <dgm:chMax val="0"/>
          <dgm:chPref val="0"/>
        </dgm:presLayoutVars>
      </dgm:prSet>
      <dgm:spPr/>
    </dgm:pt>
    <dgm:pt modelId="{D7AB7A61-7B1C-4E04-9FF0-B2D86E40EC46}" type="pres">
      <dgm:prSet presAssocID="{D003BABC-1CF0-4274-8034-BD5B6C449743}" presName="sibTrans" presStyleCnt="0"/>
      <dgm:spPr/>
    </dgm:pt>
    <dgm:pt modelId="{22317FE7-DE93-4F54-AB86-C219D2A9081B}" type="pres">
      <dgm:prSet presAssocID="{59DD1767-FE7C-4F5F-AA3A-8C674F059A20}" presName="compNode" presStyleCnt="0"/>
      <dgm:spPr/>
    </dgm:pt>
    <dgm:pt modelId="{DF546A58-D197-40F9-BD42-F5894496D678}" type="pres">
      <dgm:prSet presAssocID="{59DD1767-FE7C-4F5F-AA3A-8C674F059A20}" presName="bgRect" presStyleLbl="bgShp" presStyleIdx="1" presStyleCnt="3"/>
      <dgm:spPr/>
    </dgm:pt>
    <dgm:pt modelId="{405DBD29-F0E7-4701-93E1-50D3D4585C6D}" type="pres">
      <dgm:prSet presAssocID="{59DD1767-FE7C-4F5F-AA3A-8C674F059A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3B9F9CDB-9920-4CFB-90A7-43296AD9F8AF}" type="pres">
      <dgm:prSet presAssocID="{59DD1767-FE7C-4F5F-AA3A-8C674F059A20}" presName="spaceRect" presStyleCnt="0"/>
      <dgm:spPr/>
    </dgm:pt>
    <dgm:pt modelId="{F448894E-18D0-4B02-AA29-65E9769ECF7A}" type="pres">
      <dgm:prSet presAssocID="{59DD1767-FE7C-4F5F-AA3A-8C674F059A20}" presName="parTx" presStyleLbl="revTx" presStyleIdx="1" presStyleCnt="3">
        <dgm:presLayoutVars>
          <dgm:chMax val="0"/>
          <dgm:chPref val="0"/>
        </dgm:presLayoutVars>
      </dgm:prSet>
      <dgm:spPr/>
    </dgm:pt>
    <dgm:pt modelId="{2662E699-8D27-4B3F-95DC-3923CBEFB21C}" type="pres">
      <dgm:prSet presAssocID="{E8639FEC-AAD2-4189-8FDA-BC3B507AD64D}" presName="sibTrans" presStyleCnt="0"/>
      <dgm:spPr/>
    </dgm:pt>
    <dgm:pt modelId="{97AC86B3-FD27-4EF4-86A1-AAC2B76F8FCF}" type="pres">
      <dgm:prSet presAssocID="{A32F007E-F7C8-4EC4-A6AF-38C813C4BBCF}" presName="compNode" presStyleCnt="0"/>
      <dgm:spPr/>
    </dgm:pt>
    <dgm:pt modelId="{2079966A-9D73-40D2-88BC-5850CFB50B48}" type="pres">
      <dgm:prSet presAssocID="{A32F007E-F7C8-4EC4-A6AF-38C813C4BBCF}" presName="bgRect" presStyleLbl="bgShp" presStyleIdx="2" presStyleCnt="3"/>
      <dgm:spPr/>
    </dgm:pt>
    <dgm:pt modelId="{ED4B6018-D21D-4FF0-94CF-8D8A76C7DED8}" type="pres">
      <dgm:prSet presAssocID="{A32F007E-F7C8-4EC4-A6AF-38C813C4BBC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72DBD9F6-A125-4292-B6F2-7360ED7C522E}" type="pres">
      <dgm:prSet presAssocID="{A32F007E-F7C8-4EC4-A6AF-38C813C4BBCF}" presName="spaceRect" presStyleCnt="0"/>
      <dgm:spPr/>
    </dgm:pt>
    <dgm:pt modelId="{6D5CBE41-934E-4670-AFBF-AEBDDEAE0A5F}" type="pres">
      <dgm:prSet presAssocID="{A32F007E-F7C8-4EC4-A6AF-38C813C4BBC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E8E500-D962-4C1D-BB32-4E9F487ACFEF}" type="presOf" srcId="{0BF63165-640A-416C-878C-E923FB8E50EC}" destId="{B878805A-0CE7-4876-8A38-F3EBFAE55F55}" srcOrd="0" destOrd="0" presId="urn:microsoft.com/office/officeart/2018/2/layout/IconVerticalSolidList"/>
    <dgm:cxn modelId="{A2211F43-3EA0-4C15-9505-F3BF06BD01DA}" type="presOf" srcId="{A32F007E-F7C8-4EC4-A6AF-38C813C4BBCF}" destId="{6D5CBE41-934E-4670-AFBF-AEBDDEAE0A5F}" srcOrd="0" destOrd="0" presId="urn:microsoft.com/office/officeart/2018/2/layout/IconVerticalSolidList"/>
    <dgm:cxn modelId="{4269E055-BE5E-4583-89AA-D798F0D778D0}" srcId="{0BF63165-640A-416C-878C-E923FB8E50EC}" destId="{A32F007E-F7C8-4EC4-A6AF-38C813C4BBCF}" srcOrd="2" destOrd="0" parTransId="{BB6D6A24-EC2C-4E83-AB9A-00294B0591F4}" sibTransId="{D02D2EAA-D243-4170-905C-ADF34E7E68D2}"/>
    <dgm:cxn modelId="{BA327890-976A-4976-A2E1-15366D950DE6}" type="presOf" srcId="{59DD1767-FE7C-4F5F-AA3A-8C674F059A20}" destId="{F448894E-18D0-4B02-AA29-65E9769ECF7A}" srcOrd="0" destOrd="0" presId="urn:microsoft.com/office/officeart/2018/2/layout/IconVerticalSolidList"/>
    <dgm:cxn modelId="{898CCDC0-ED79-49C1-B80E-7AABF2BAF8CB}" srcId="{0BF63165-640A-416C-878C-E923FB8E50EC}" destId="{90C884D7-5633-4195-A35E-4219C6AAC985}" srcOrd="0" destOrd="0" parTransId="{9574C25C-F9C4-4682-8F50-853659D29105}" sibTransId="{D003BABC-1CF0-4274-8034-BD5B6C449743}"/>
    <dgm:cxn modelId="{C9A4DBE7-6D2D-41BE-A8F1-EB64C6DF84BF}" type="presOf" srcId="{90C884D7-5633-4195-A35E-4219C6AAC985}" destId="{0F845916-99BB-4D5F-B8BA-A28D2003ECD8}" srcOrd="0" destOrd="0" presId="urn:microsoft.com/office/officeart/2018/2/layout/IconVerticalSolidList"/>
    <dgm:cxn modelId="{92C01FFD-76D2-4823-B1C1-22D94CB4BF2D}" srcId="{0BF63165-640A-416C-878C-E923FB8E50EC}" destId="{59DD1767-FE7C-4F5F-AA3A-8C674F059A20}" srcOrd="1" destOrd="0" parTransId="{9E284729-915E-48BB-AD69-53DD18EAF388}" sibTransId="{E8639FEC-AAD2-4189-8FDA-BC3B507AD64D}"/>
    <dgm:cxn modelId="{318BE87F-0E71-4CB5-85EB-6399813FF0A5}" type="presParOf" srcId="{B878805A-0CE7-4876-8A38-F3EBFAE55F55}" destId="{CA2B9EDF-E2DC-4FC2-B17E-07E2F0E8AAFE}" srcOrd="0" destOrd="0" presId="urn:microsoft.com/office/officeart/2018/2/layout/IconVerticalSolidList"/>
    <dgm:cxn modelId="{48300C0C-2A8D-49C9-B77A-8BBAB6F99A4C}" type="presParOf" srcId="{CA2B9EDF-E2DC-4FC2-B17E-07E2F0E8AAFE}" destId="{814619E7-7D6E-43AF-B2EB-1053DE16E13E}" srcOrd="0" destOrd="0" presId="urn:microsoft.com/office/officeart/2018/2/layout/IconVerticalSolidList"/>
    <dgm:cxn modelId="{C314AC17-8EAD-44B2-A6A0-A3980E8E76B6}" type="presParOf" srcId="{CA2B9EDF-E2DC-4FC2-B17E-07E2F0E8AAFE}" destId="{7ED4A156-D7EF-4CA7-8D64-499A6C718507}" srcOrd="1" destOrd="0" presId="urn:microsoft.com/office/officeart/2018/2/layout/IconVerticalSolidList"/>
    <dgm:cxn modelId="{D68A10E6-F930-4F4E-B4DF-DEDF158D288F}" type="presParOf" srcId="{CA2B9EDF-E2DC-4FC2-B17E-07E2F0E8AAFE}" destId="{CA1E4E86-F272-411A-86AE-6B09B29C495D}" srcOrd="2" destOrd="0" presId="urn:microsoft.com/office/officeart/2018/2/layout/IconVerticalSolidList"/>
    <dgm:cxn modelId="{1E8A1F3F-AE36-4168-973B-6F6C3D6C09F8}" type="presParOf" srcId="{CA2B9EDF-E2DC-4FC2-B17E-07E2F0E8AAFE}" destId="{0F845916-99BB-4D5F-B8BA-A28D2003ECD8}" srcOrd="3" destOrd="0" presId="urn:microsoft.com/office/officeart/2018/2/layout/IconVerticalSolidList"/>
    <dgm:cxn modelId="{3A094D4D-76AD-47E2-B8A9-9E326ABF1E1A}" type="presParOf" srcId="{B878805A-0CE7-4876-8A38-F3EBFAE55F55}" destId="{D7AB7A61-7B1C-4E04-9FF0-B2D86E40EC46}" srcOrd="1" destOrd="0" presId="urn:microsoft.com/office/officeart/2018/2/layout/IconVerticalSolidList"/>
    <dgm:cxn modelId="{7866453A-BBBA-4F7B-986E-DD827075B8D5}" type="presParOf" srcId="{B878805A-0CE7-4876-8A38-F3EBFAE55F55}" destId="{22317FE7-DE93-4F54-AB86-C219D2A9081B}" srcOrd="2" destOrd="0" presId="urn:microsoft.com/office/officeart/2018/2/layout/IconVerticalSolidList"/>
    <dgm:cxn modelId="{A855E7D4-DA8F-4EA2-BFAF-774A6DC7CFE9}" type="presParOf" srcId="{22317FE7-DE93-4F54-AB86-C219D2A9081B}" destId="{DF546A58-D197-40F9-BD42-F5894496D678}" srcOrd="0" destOrd="0" presId="urn:microsoft.com/office/officeart/2018/2/layout/IconVerticalSolidList"/>
    <dgm:cxn modelId="{5824ADF6-179E-4DD0-BBBF-FCFD30675EC4}" type="presParOf" srcId="{22317FE7-DE93-4F54-AB86-C219D2A9081B}" destId="{405DBD29-F0E7-4701-93E1-50D3D4585C6D}" srcOrd="1" destOrd="0" presId="urn:microsoft.com/office/officeart/2018/2/layout/IconVerticalSolidList"/>
    <dgm:cxn modelId="{CCE3A4EE-9A03-4420-83AA-27379F24341F}" type="presParOf" srcId="{22317FE7-DE93-4F54-AB86-C219D2A9081B}" destId="{3B9F9CDB-9920-4CFB-90A7-43296AD9F8AF}" srcOrd="2" destOrd="0" presId="urn:microsoft.com/office/officeart/2018/2/layout/IconVerticalSolidList"/>
    <dgm:cxn modelId="{1DA5D0EC-2086-4BEC-A2BA-35B014D5D551}" type="presParOf" srcId="{22317FE7-DE93-4F54-AB86-C219D2A9081B}" destId="{F448894E-18D0-4B02-AA29-65E9769ECF7A}" srcOrd="3" destOrd="0" presId="urn:microsoft.com/office/officeart/2018/2/layout/IconVerticalSolidList"/>
    <dgm:cxn modelId="{D2BA2ABE-4E21-4E48-AC64-086C711DBEE5}" type="presParOf" srcId="{B878805A-0CE7-4876-8A38-F3EBFAE55F55}" destId="{2662E699-8D27-4B3F-95DC-3923CBEFB21C}" srcOrd="3" destOrd="0" presId="urn:microsoft.com/office/officeart/2018/2/layout/IconVerticalSolidList"/>
    <dgm:cxn modelId="{5B33FF0B-F124-4173-8ED7-83C519FBE720}" type="presParOf" srcId="{B878805A-0CE7-4876-8A38-F3EBFAE55F55}" destId="{97AC86B3-FD27-4EF4-86A1-AAC2B76F8FCF}" srcOrd="4" destOrd="0" presId="urn:microsoft.com/office/officeart/2018/2/layout/IconVerticalSolidList"/>
    <dgm:cxn modelId="{481E8A74-2B91-4148-A973-0C3E3C99FBAF}" type="presParOf" srcId="{97AC86B3-FD27-4EF4-86A1-AAC2B76F8FCF}" destId="{2079966A-9D73-40D2-88BC-5850CFB50B48}" srcOrd="0" destOrd="0" presId="urn:microsoft.com/office/officeart/2018/2/layout/IconVerticalSolidList"/>
    <dgm:cxn modelId="{EDC611CD-1E13-4A66-8795-0DCB518D5831}" type="presParOf" srcId="{97AC86B3-FD27-4EF4-86A1-AAC2B76F8FCF}" destId="{ED4B6018-D21D-4FF0-94CF-8D8A76C7DED8}" srcOrd="1" destOrd="0" presId="urn:microsoft.com/office/officeart/2018/2/layout/IconVerticalSolidList"/>
    <dgm:cxn modelId="{AD409135-F20D-46B4-B0C0-3095745680A7}" type="presParOf" srcId="{97AC86B3-FD27-4EF4-86A1-AAC2B76F8FCF}" destId="{72DBD9F6-A125-4292-B6F2-7360ED7C522E}" srcOrd="2" destOrd="0" presId="urn:microsoft.com/office/officeart/2018/2/layout/IconVerticalSolidList"/>
    <dgm:cxn modelId="{140E7445-BBDB-46D1-A9A3-C9DB460ACE73}" type="presParOf" srcId="{97AC86B3-FD27-4EF4-86A1-AAC2B76F8FCF}" destId="{6D5CBE41-934E-4670-AFBF-AEBDDEAE0A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981715-BC70-453D-9E0D-44B64C34CA57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41D900-F4F7-48FF-904B-103F3D17707D}">
      <dgm:prSet/>
      <dgm:spPr/>
      <dgm:t>
        <a:bodyPr/>
        <a:lstStyle/>
        <a:p>
          <a:r>
            <a:rPr lang="en-ID"/>
            <a:t>Firewall: Penjaga Gerbang Anda.</a:t>
          </a:r>
          <a:endParaRPr lang="en-US"/>
        </a:p>
      </dgm:t>
    </dgm:pt>
    <dgm:pt modelId="{BD3DB603-D70C-4564-8FB1-DC12EA08EF5C}" type="parTrans" cxnId="{CDB54957-A805-4CCF-AE6B-622CD826E2A2}">
      <dgm:prSet/>
      <dgm:spPr/>
      <dgm:t>
        <a:bodyPr/>
        <a:lstStyle/>
        <a:p>
          <a:endParaRPr lang="en-US"/>
        </a:p>
      </dgm:t>
    </dgm:pt>
    <dgm:pt modelId="{53EC5FAC-A0E1-4D68-AD62-95D6548DA93B}" type="sibTrans" cxnId="{CDB54957-A805-4CCF-AE6B-622CD826E2A2}">
      <dgm:prSet/>
      <dgm:spPr/>
      <dgm:t>
        <a:bodyPr/>
        <a:lstStyle/>
        <a:p>
          <a:endParaRPr lang="en-US"/>
        </a:p>
      </dgm:t>
    </dgm:pt>
    <dgm:pt modelId="{577E43EB-C7FA-463D-853B-CC1CA8DFA18E}">
      <dgm:prSet/>
      <dgm:spPr/>
      <dgm:t>
        <a:bodyPr/>
        <a:lstStyle/>
        <a:p>
          <a:r>
            <a:rPr lang="en-ID"/>
            <a:t>Intrusion Detection System (IDS): Sistem Alarm Anda.</a:t>
          </a:r>
          <a:endParaRPr lang="en-US"/>
        </a:p>
      </dgm:t>
    </dgm:pt>
    <dgm:pt modelId="{2F349F5A-4FB3-4676-9113-321A38DC7D4D}" type="parTrans" cxnId="{FCA69410-D5EB-41DA-B28B-AA684918F131}">
      <dgm:prSet/>
      <dgm:spPr/>
      <dgm:t>
        <a:bodyPr/>
        <a:lstStyle/>
        <a:p>
          <a:endParaRPr lang="en-US"/>
        </a:p>
      </dgm:t>
    </dgm:pt>
    <dgm:pt modelId="{B9EBD84B-4A3F-40BE-A287-6C1BF076FEF4}" type="sibTrans" cxnId="{FCA69410-D5EB-41DA-B28B-AA684918F131}">
      <dgm:prSet/>
      <dgm:spPr/>
      <dgm:t>
        <a:bodyPr/>
        <a:lstStyle/>
        <a:p>
          <a:endParaRPr lang="en-US"/>
        </a:p>
      </dgm:t>
    </dgm:pt>
    <dgm:pt modelId="{20682220-25C4-4FA0-A0F3-99F5840C7DF3}">
      <dgm:prSet/>
      <dgm:spPr/>
      <dgm:t>
        <a:bodyPr/>
        <a:lstStyle/>
        <a:p>
          <a:r>
            <a:rPr lang="en-ID"/>
            <a:t>Perbedaan dan hubungan antara keduanya.</a:t>
          </a:r>
          <a:endParaRPr lang="en-US"/>
        </a:p>
      </dgm:t>
    </dgm:pt>
    <dgm:pt modelId="{B8BF0E57-6D08-48F5-AD9E-3E7F87E9A36F}" type="parTrans" cxnId="{26910F91-0CBF-4F7A-A361-E14C1F19383F}">
      <dgm:prSet/>
      <dgm:spPr/>
      <dgm:t>
        <a:bodyPr/>
        <a:lstStyle/>
        <a:p>
          <a:endParaRPr lang="en-US"/>
        </a:p>
      </dgm:t>
    </dgm:pt>
    <dgm:pt modelId="{5CEE6EEE-81FD-4C31-9708-3D24AB7A3D4E}" type="sibTrans" cxnId="{26910F91-0CBF-4F7A-A361-E14C1F19383F}">
      <dgm:prSet/>
      <dgm:spPr/>
      <dgm:t>
        <a:bodyPr/>
        <a:lstStyle/>
        <a:p>
          <a:endParaRPr lang="en-US"/>
        </a:p>
      </dgm:t>
    </dgm:pt>
    <dgm:pt modelId="{CD32C095-7B27-41FC-AD36-EA37C2969E86}" type="pres">
      <dgm:prSet presAssocID="{BA981715-BC70-453D-9E0D-44B64C34CA57}" presName="vert0" presStyleCnt="0">
        <dgm:presLayoutVars>
          <dgm:dir/>
          <dgm:animOne val="branch"/>
          <dgm:animLvl val="lvl"/>
        </dgm:presLayoutVars>
      </dgm:prSet>
      <dgm:spPr/>
    </dgm:pt>
    <dgm:pt modelId="{3DEB7C5A-0591-4CAD-950D-2F362027A41C}" type="pres">
      <dgm:prSet presAssocID="{1241D900-F4F7-48FF-904B-103F3D17707D}" presName="thickLine" presStyleLbl="alignNode1" presStyleIdx="0" presStyleCnt="3"/>
      <dgm:spPr/>
    </dgm:pt>
    <dgm:pt modelId="{B98282F7-19F6-4604-B725-B2B2D3264332}" type="pres">
      <dgm:prSet presAssocID="{1241D900-F4F7-48FF-904B-103F3D17707D}" presName="horz1" presStyleCnt="0"/>
      <dgm:spPr/>
    </dgm:pt>
    <dgm:pt modelId="{B49B9DD6-1D94-4F24-B069-846599D9DFE5}" type="pres">
      <dgm:prSet presAssocID="{1241D900-F4F7-48FF-904B-103F3D17707D}" presName="tx1" presStyleLbl="revTx" presStyleIdx="0" presStyleCnt="3"/>
      <dgm:spPr/>
    </dgm:pt>
    <dgm:pt modelId="{EBCC396A-813C-4322-9F3B-68F16CF0210C}" type="pres">
      <dgm:prSet presAssocID="{1241D900-F4F7-48FF-904B-103F3D17707D}" presName="vert1" presStyleCnt="0"/>
      <dgm:spPr/>
    </dgm:pt>
    <dgm:pt modelId="{70D5CA42-6D11-4DAB-BC7E-F1BC0F25CDC0}" type="pres">
      <dgm:prSet presAssocID="{577E43EB-C7FA-463D-853B-CC1CA8DFA18E}" presName="thickLine" presStyleLbl="alignNode1" presStyleIdx="1" presStyleCnt="3"/>
      <dgm:spPr/>
    </dgm:pt>
    <dgm:pt modelId="{1BC58DDB-93B7-457E-9153-B07DF7CA8579}" type="pres">
      <dgm:prSet presAssocID="{577E43EB-C7FA-463D-853B-CC1CA8DFA18E}" presName="horz1" presStyleCnt="0"/>
      <dgm:spPr/>
    </dgm:pt>
    <dgm:pt modelId="{D7D7F560-9727-4532-B1C3-A1949396FE89}" type="pres">
      <dgm:prSet presAssocID="{577E43EB-C7FA-463D-853B-CC1CA8DFA18E}" presName="tx1" presStyleLbl="revTx" presStyleIdx="1" presStyleCnt="3"/>
      <dgm:spPr/>
    </dgm:pt>
    <dgm:pt modelId="{49D36B40-C60B-4FA1-A42B-B6898E696FA9}" type="pres">
      <dgm:prSet presAssocID="{577E43EB-C7FA-463D-853B-CC1CA8DFA18E}" presName="vert1" presStyleCnt="0"/>
      <dgm:spPr/>
    </dgm:pt>
    <dgm:pt modelId="{39CD038C-61D1-4151-B438-76A0B2F4343B}" type="pres">
      <dgm:prSet presAssocID="{20682220-25C4-4FA0-A0F3-99F5840C7DF3}" presName="thickLine" presStyleLbl="alignNode1" presStyleIdx="2" presStyleCnt="3"/>
      <dgm:spPr/>
    </dgm:pt>
    <dgm:pt modelId="{5DBE0D46-C4E1-45BC-B982-07B991239C6E}" type="pres">
      <dgm:prSet presAssocID="{20682220-25C4-4FA0-A0F3-99F5840C7DF3}" presName="horz1" presStyleCnt="0"/>
      <dgm:spPr/>
    </dgm:pt>
    <dgm:pt modelId="{9E983DCD-A81F-4CA3-8DDB-A35B8B3E2392}" type="pres">
      <dgm:prSet presAssocID="{20682220-25C4-4FA0-A0F3-99F5840C7DF3}" presName="tx1" presStyleLbl="revTx" presStyleIdx="2" presStyleCnt="3"/>
      <dgm:spPr/>
    </dgm:pt>
    <dgm:pt modelId="{46CE71FF-F425-49D4-BA9B-81F5F5711B82}" type="pres">
      <dgm:prSet presAssocID="{20682220-25C4-4FA0-A0F3-99F5840C7DF3}" presName="vert1" presStyleCnt="0"/>
      <dgm:spPr/>
    </dgm:pt>
  </dgm:ptLst>
  <dgm:cxnLst>
    <dgm:cxn modelId="{FCA69410-D5EB-41DA-B28B-AA684918F131}" srcId="{BA981715-BC70-453D-9E0D-44B64C34CA57}" destId="{577E43EB-C7FA-463D-853B-CC1CA8DFA18E}" srcOrd="1" destOrd="0" parTransId="{2F349F5A-4FB3-4676-9113-321A38DC7D4D}" sibTransId="{B9EBD84B-4A3F-40BE-A287-6C1BF076FEF4}"/>
    <dgm:cxn modelId="{CC7CF92B-083D-4008-A2EE-EDD078268DBE}" type="presOf" srcId="{BA981715-BC70-453D-9E0D-44B64C34CA57}" destId="{CD32C095-7B27-41FC-AD36-EA37C2969E86}" srcOrd="0" destOrd="0" presId="urn:microsoft.com/office/officeart/2008/layout/LinedList"/>
    <dgm:cxn modelId="{968D746D-5E17-4149-BFA5-FE7BD367A302}" type="presOf" srcId="{1241D900-F4F7-48FF-904B-103F3D17707D}" destId="{B49B9DD6-1D94-4F24-B069-846599D9DFE5}" srcOrd="0" destOrd="0" presId="urn:microsoft.com/office/officeart/2008/layout/LinedList"/>
    <dgm:cxn modelId="{CDB54957-A805-4CCF-AE6B-622CD826E2A2}" srcId="{BA981715-BC70-453D-9E0D-44B64C34CA57}" destId="{1241D900-F4F7-48FF-904B-103F3D17707D}" srcOrd="0" destOrd="0" parTransId="{BD3DB603-D70C-4564-8FB1-DC12EA08EF5C}" sibTransId="{53EC5FAC-A0E1-4D68-AD62-95D6548DA93B}"/>
    <dgm:cxn modelId="{26910F91-0CBF-4F7A-A361-E14C1F19383F}" srcId="{BA981715-BC70-453D-9E0D-44B64C34CA57}" destId="{20682220-25C4-4FA0-A0F3-99F5840C7DF3}" srcOrd="2" destOrd="0" parTransId="{B8BF0E57-6D08-48F5-AD9E-3E7F87E9A36F}" sibTransId="{5CEE6EEE-81FD-4C31-9708-3D24AB7A3D4E}"/>
    <dgm:cxn modelId="{FA5220AD-83AA-4B26-BFA7-1DFD16485C5B}" type="presOf" srcId="{20682220-25C4-4FA0-A0F3-99F5840C7DF3}" destId="{9E983DCD-A81F-4CA3-8DDB-A35B8B3E2392}" srcOrd="0" destOrd="0" presId="urn:microsoft.com/office/officeart/2008/layout/LinedList"/>
    <dgm:cxn modelId="{BD5A4DF0-52AB-41A8-9F17-8D72EA9C0AAC}" type="presOf" srcId="{577E43EB-C7FA-463D-853B-CC1CA8DFA18E}" destId="{D7D7F560-9727-4532-B1C3-A1949396FE89}" srcOrd="0" destOrd="0" presId="urn:microsoft.com/office/officeart/2008/layout/LinedList"/>
    <dgm:cxn modelId="{9305C832-5F5F-454C-B20F-6CF102C5110B}" type="presParOf" srcId="{CD32C095-7B27-41FC-AD36-EA37C2969E86}" destId="{3DEB7C5A-0591-4CAD-950D-2F362027A41C}" srcOrd="0" destOrd="0" presId="urn:microsoft.com/office/officeart/2008/layout/LinedList"/>
    <dgm:cxn modelId="{41002BBE-8FA1-4E0D-B90C-D366E28E01FE}" type="presParOf" srcId="{CD32C095-7B27-41FC-AD36-EA37C2969E86}" destId="{B98282F7-19F6-4604-B725-B2B2D3264332}" srcOrd="1" destOrd="0" presId="urn:microsoft.com/office/officeart/2008/layout/LinedList"/>
    <dgm:cxn modelId="{1179B170-3E77-4045-A227-861252908A98}" type="presParOf" srcId="{B98282F7-19F6-4604-B725-B2B2D3264332}" destId="{B49B9DD6-1D94-4F24-B069-846599D9DFE5}" srcOrd="0" destOrd="0" presId="urn:microsoft.com/office/officeart/2008/layout/LinedList"/>
    <dgm:cxn modelId="{4F738D68-7D1A-4892-926C-FC0B975FC358}" type="presParOf" srcId="{B98282F7-19F6-4604-B725-B2B2D3264332}" destId="{EBCC396A-813C-4322-9F3B-68F16CF0210C}" srcOrd="1" destOrd="0" presId="urn:microsoft.com/office/officeart/2008/layout/LinedList"/>
    <dgm:cxn modelId="{F28C1BD6-B348-44DE-A109-ADF128834DF4}" type="presParOf" srcId="{CD32C095-7B27-41FC-AD36-EA37C2969E86}" destId="{70D5CA42-6D11-4DAB-BC7E-F1BC0F25CDC0}" srcOrd="2" destOrd="0" presId="urn:microsoft.com/office/officeart/2008/layout/LinedList"/>
    <dgm:cxn modelId="{F1F380D4-EEFD-4EE7-8174-4205BD0674F8}" type="presParOf" srcId="{CD32C095-7B27-41FC-AD36-EA37C2969E86}" destId="{1BC58DDB-93B7-457E-9153-B07DF7CA8579}" srcOrd="3" destOrd="0" presId="urn:microsoft.com/office/officeart/2008/layout/LinedList"/>
    <dgm:cxn modelId="{2A2A173F-1304-4FE1-B5BF-22B91B64F7F4}" type="presParOf" srcId="{1BC58DDB-93B7-457E-9153-B07DF7CA8579}" destId="{D7D7F560-9727-4532-B1C3-A1949396FE89}" srcOrd="0" destOrd="0" presId="urn:microsoft.com/office/officeart/2008/layout/LinedList"/>
    <dgm:cxn modelId="{DFB544BB-99F1-4095-995C-B6BB56FE25CF}" type="presParOf" srcId="{1BC58DDB-93B7-457E-9153-B07DF7CA8579}" destId="{49D36B40-C60B-4FA1-A42B-B6898E696FA9}" srcOrd="1" destOrd="0" presId="urn:microsoft.com/office/officeart/2008/layout/LinedList"/>
    <dgm:cxn modelId="{55A488B0-E942-49FE-A385-A6DD9DAAB3DF}" type="presParOf" srcId="{CD32C095-7B27-41FC-AD36-EA37C2969E86}" destId="{39CD038C-61D1-4151-B438-76A0B2F4343B}" srcOrd="4" destOrd="0" presId="urn:microsoft.com/office/officeart/2008/layout/LinedList"/>
    <dgm:cxn modelId="{11A2CDB4-A647-41ED-8EFE-F508663CF6A0}" type="presParOf" srcId="{CD32C095-7B27-41FC-AD36-EA37C2969E86}" destId="{5DBE0D46-C4E1-45BC-B982-07B991239C6E}" srcOrd="5" destOrd="0" presId="urn:microsoft.com/office/officeart/2008/layout/LinedList"/>
    <dgm:cxn modelId="{C0F09B2C-C0E7-4583-BCE6-F0613C407E11}" type="presParOf" srcId="{5DBE0D46-C4E1-45BC-B982-07B991239C6E}" destId="{9E983DCD-A81F-4CA3-8DDB-A35B8B3E2392}" srcOrd="0" destOrd="0" presId="urn:microsoft.com/office/officeart/2008/layout/LinedList"/>
    <dgm:cxn modelId="{6737BCC0-A337-48F6-BD8C-A132D01BD9B2}" type="presParOf" srcId="{5DBE0D46-C4E1-45BC-B982-07B991239C6E}" destId="{46CE71FF-F425-49D4-BA9B-81F5F5711B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BDB083-386E-41AE-B643-EE1217149C9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CE7181-FEB9-4FA8-B729-8789263BAFD3}">
      <dgm:prSet/>
      <dgm:spPr/>
      <dgm:t>
        <a:bodyPr/>
        <a:lstStyle/>
        <a:p>
          <a:r>
            <a:rPr lang="en-ID"/>
            <a:t>Windows Firewall adalah target umum karena prevalensinya.</a:t>
          </a:r>
          <a:endParaRPr lang="en-US"/>
        </a:p>
      </dgm:t>
    </dgm:pt>
    <dgm:pt modelId="{D6AE0253-214A-42F7-8833-E7DC4BA3F209}" type="parTrans" cxnId="{66824746-9F7E-424A-89E0-23F24E566E0A}">
      <dgm:prSet/>
      <dgm:spPr/>
      <dgm:t>
        <a:bodyPr/>
        <a:lstStyle/>
        <a:p>
          <a:endParaRPr lang="en-US"/>
        </a:p>
      </dgm:t>
    </dgm:pt>
    <dgm:pt modelId="{7D122BD5-D524-4109-9FD1-F1DA0B46D959}" type="sibTrans" cxnId="{66824746-9F7E-424A-89E0-23F24E566E0A}">
      <dgm:prSet/>
      <dgm:spPr/>
      <dgm:t>
        <a:bodyPr/>
        <a:lstStyle/>
        <a:p>
          <a:endParaRPr lang="en-US"/>
        </a:p>
      </dgm:t>
    </dgm:pt>
    <dgm:pt modelId="{8306B60A-CADC-4BD8-AB6F-A43BAF31FAEF}">
      <dgm:prSet/>
      <dgm:spPr/>
      <dgm:t>
        <a:bodyPr/>
        <a:lstStyle/>
        <a:p>
          <a:r>
            <a:rPr lang="en-ID"/>
            <a:t>Kita akan bahas:</a:t>
          </a:r>
          <a:endParaRPr lang="en-US"/>
        </a:p>
      </dgm:t>
    </dgm:pt>
    <dgm:pt modelId="{060C6D63-714C-431C-A37F-384FC51FBD56}" type="parTrans" cxnId="{F942D9E9-3110-418C-B768-5A989E7082D9}">
      <dgm:prSet/>
      <dgm:spPr/>
      <dgm:t>
        <a:bodyPr/>
        <a:lstStyle/>
        <a:p>
          <a:endParaRPr lang="en-US"/>
        </a:p>
      </dgm:t>
    </dgm:pt>
    <dgm:pt modelId="{4E2557E0-0246-46D7-B4CE-F835B46DFBC5}" type="sibTrans" cxnId="{F942D9E9-3110-418C-B768-5A989E7082D9}">
      <dgm:prSet/>
      <dgm:spPr/>
      <dgm:t>
        <a:bodyPr/>
        <a:lstStyle/>
        <a:p>
          <a:endParaRPr lang="en-US"/>
        </a:p>
      </dgm:t>
    </dgm:pt>
    <dgm:pt modelId="{62983A21-614B-4E01-B421-7568A3A4B91B}">
      <dgm:prSet/>
      <dgm:spPr/>
      <dgm:t>
        <a:bodyPr/>
        <a:lstStyle/>
        <a:p>
          <a:r>
            <a:rPr lang="en-ID"/>
            <a:t>Konfigurasi dan keterbatasan default Windows Firewall.</a:t>
          </a:r>
          <a:endParaRPr lang="en-US"/>
        </a:p>
      </dgm:t>
    </dgm:pt>
    <dgm:pt modelId="{17AD21D2-66E6-4AE9-84CF-D540CEEECB98}" type="parTrans" cxnId="{54D70870-51FD-49F2-A842-8ECEEDEBA7F3}">
      <dgm:prSet/>
      <dgm:spPr/>
      <dgm:t>
        <a:bodyPr/>
        <a:lstStyle/>
        <a:p>
          <a:endParaRPr lang="en-US"/>
        </a:p>
      </dgm:t>
    </dgm:pt>
    <dgm:pt modelId="{E8E46C12-F141-43FD-9A35-33FB297C98CD}" type="sibTrans" cxnId="{54D70870-51FD-49F2-A842-8ECEEDEBA7F3}">
      <dgm:prSet/>
      <dgm:spPr/>
      <dgm:t>
        <a:bodyPr/>
        <a:lstStyle/>
        <a:p>
          <a:endParaRPr lang="en-US"/>
        </a:p>
      </dgm:t>
    </dgm:pt>
    <dgm:pt modelId="{8FE43981-776A-4CEF-B7A2-FCB00E6425CF}">
      <dgm:prSet/>
      <dgm:spPr/>
      <dgm:t>
        <a:bodyPr/>
        <a:lstStyle/>
        <a:p>
          <a:r>
            <a:rPr lang="en-ID"/>
            <a:t>Teknik spesifik yang digunakan untuk membobolnya.</a:t>
          </a:r>
          <a:endParaRPr lang="en-US"/>
        </a:p>
      </dgm:t>
    </dgm:pt>
    <dgm:pt modelId="{41AF5410-46D2-4FF8-899F-119F075D5325}" type="parTrans" cxnId="{9463825F-0CFF-4878-B66C-3E2DD74EFC04}">
      <dgm:prSet/>
      <dgm:spPr/>
      <dgm:t>
        <a:bodyPr/>
        <a:lstStyle/>
        <a:p>
          <a:endParaRPr lang="en-US"/>
        </a:p>
      </dgm:t>
    </dgm:pt>
    <dgm:pt modelId="{45D19F58-1D3C-499D-84D7-9C1C0D33FA26}" type="sibTrans" cxnId="{9463825F-0CFF-4878-B66C-3E2DD74EFC04}">
      <dgm:prSet/>
      <dgm:spPr/>
      <dgm:t>
        <a:bodyPr/>
        <a:lstStyle/>
        <a:p>
          <a:endParaRPr lang="en-US"/>
        </a:p>
      </dgm:t>
    </dgm:pt>
    <dgm:pt modelId="{5460A396-DE0C-4C8E-88D8-C59942773443}">
      <dgm:prSet/>
      <dgm:spPr/>
      <dgm:t>
        <a:bodyPr/>
        <a:lstStyle/>
        <a:p>
          <a:r>
            <a:rPr lang="en-ID"/>
            <a:t>Cara mendeteksi dan mencegah bypass ini.</a:t>
          </a:r>
          <a:endParaRPr lang="en-US"/>
        </a:p>
      </dgm:t>
    </dgm:pt>
    <dgm:pt modelId="{3CCAA431-F232-4C8B-99C4-BE0850A7122A}" type="parTrans" cxnId="{D377791F-C787-4679-84A5-7F866812734C}">
      <dgm:prSet/>
      <dgm:spPr/>
      <dgm:t>
        <a:bodyPr/>
        <a:lstStyle/>
        <a:p>
          <a:endParaRPr lang="en-US"/>
        </a:p>
      </dgm:t>
    </dgm:pt>
    <dgm:pt modelId="{48AF66E3-4A7F-487A-9653-72A99BB72717}" type="sibTrans" cxnId="{D377791F-C787-4679-84A5-7F866812734C}">
      <dgm:prSet/>
      <dgm:spPr/>
      <dgm:t>
        <a:bodyPr/>
        <a:lstStyle/>
        <a:p>
          <a:endParaRPr lang="en-US"/>
        </a:p>
      </dgm:t>
    </dgm:pt>
    <dgm:pt modelId="{F86414BE-4B6A-440B-9FBC-F1A6E0E4CE9D}" type="pres">
      <dgm:prSet presAssocID="{0EBDB083-386E-41AE-B643-EE1217149C99}" presName="Name0" presStyleCnt="0">
        <dgm:presLayoutVars>
          <dgm:dir/>
          <dgm:animLvl val="lvl"/>
          <dgm:resizeHandles val="exact"/>
        </dgm:presLayoutVars>
      </dgm:prSet>
      <dgm:spPr/>
    </dgm:pt>
    <dgm:pt modelId="{E02C1DE9-F97E-4E2E-A77A-21C00FA1D88D}" type="pres">
      <dgm:prSet presAssocID="{8306B60A-CADC-4BD8-AB6F-A43BAF31FAEF}" presName="boxAndChildren" presStyleCnt="0"/>
      <dgm:spPr/>
    </dgm:pt>
    <dgm:pt modelId="{286F1706-C60A-4DAC-B1F6-5346C4969DCC}" type="pres">
      <dgm:prSet presAssocID="{8306B60A-CADC-4BD8-AB6F-A43BAF31FAEF}" presName="parentTextBox" presStyleLbl="node1" presStyleIdx="0" presStyleCnt="2"/>
      <dgm:spPr/>
    </dgm:pt>
    <dgm:pt modelId="{10D6237E-744B-48F9-97CA-3782D2DF4641}" type="pres">
      <dgm:prSet presAssocID="{8306B60A-CADC-4BD8-AB6F-A43BAF31FAEF}" presName="entireBox" presStyleLbl="node1" presStyleIdx="0" presStyleCnt="2"/>
      <dgm:spPr/>
    </dgm:pt>
    <dgm:pt modelId="{914EB226-9D87-4ADA-BF99-7B6D334C014D}" type="pres">
      <dgm:prSet presAssocID="{8306B60A-CADC-4BD8-AB6F-A43BAF31FAEF}" presName="descendantBox" presStyleCnt="0"/>
      <dgm:spPr/>
    </dgm:pt>
    <dgm:pt modelId="{11E696E5-678E-4C02-BE04-F97B0A612B1E}" type="pres">
      <dgm:prSet presAssocID="{62983A21-614B-4E01-B421-7568A3A4B91B}" presName="childTextBox" presStyleLbl="fgAccFollowNode1" presStyleIdx="0" presStyleCnt="3">
        <dgm:presLayoutVars>
          <dgm:bulletEnabled val="1"/>
        </dgm:presLayoutVars>
      </dgm:prSet>
      <dgm:spPr/>
    </dgm:pt>
    <dgm:pt modelId="{67CD7222-429C-4498-ABA5-0E8679E92DC7}" type="pres">
      <dgm:prSet presAssocID="{8FE43981-776A-4CEF-B7A2-FCB00E6425CF}" presName="childTextBox" presStyleLbl="fgAccFollowNode1" presStyleIdx="1" presStyleCnt="3">
        <dgm:presLayoutVars>
          <dgm:bulletEnabled val="1"/>
        </dgm:presLayoutVars>
      </dgm:prSet>
      <dgm:spPr/>
    </dgm:pt>
    <dgm:pt modelId="{DA8513E2-97B4-479E-8CC4-12A0904C4FDF}" type="pres">
      <dgm:prSet presAssocID="{5460A396-DE0C-4C8E-88D8-C59942773443}" presName="childTextBox" presStyleLbl="fgAccFollowNode1" presStyleIdx="2" presStyleCnt="3">
        <dgm:presLayoutVars>
          <dgm:bulletEnabled val="1"/>
        </dgm:presLayoutVars>
      </dgm:prSet>
      <dgm:spPr/>
    </dgm:pt>
    <dgm:pt modelId="{10A34712-78BC-4392-9D63-B70B419F54C9}" type="pres">
      <dgm:prSet presAssocID="{7D122BD5-D524-4109-9FD1-F1DA0B46D959}" presName="sp" presStyleCnt="0"/>
      <dgm:spPr/>
    </dgm:pt>
    <dgm:pt modelId="{D4426FFB-59FB-4409-AF29-5FD23EF4BB1A}" type="pres">
      <dgm:prSet presAssocID="{74CE7181-FEB9-4FA8-B729-8789263BAFD3}" presName="arrowAndChildren" presStyleCnt="0"/>
      <dgm:spPr/>
    </dgm:pt>
    <dgm:pt modelId="{0D07EAA8-6559-4832-BBF8-7AC4E78F3CE9}" type="pres">
      <dgm:prSet presAssocID="{74CE7181-FEB9-4FA8-B729-8789263BAFD3}" presName="parentTextArrow" presStyleLbl="node1" presStyleIdx="1" presStyleCnt="2"/>
      <dgm:spPr/>
    </dgm:pt>
  </dgm:ptLst>
  <dgm:cxnLst>
    <dgm:cxn modelId="{BEC89A0D-88B6-48D7-B03A-08FACCE6CC0A}" type="presOf" srcId="{8FE43981-776A-4CEF-B7A2-FCB00E6425CF}" destId="{67CD7222-429C-4498-ABA5-0E8679E92DC7}" srcOrd="0" destOrd="0" presId="urn:microsoft.com/office/officeart/2005/8/layout/process4"/>
    <dgm:cxn modelId="{D377791F-C787-4679-84A5-7F866812734C}" srcId="{8306B60A-CADC-4BD8-AB6F-A43BAF31FAEF}" destId="{5460A396-DE0C-4C8E-88D8-C59942773443}" srcOrd="2" destOrd="0" parTransId="{3CCAA431-F232-4C8B-99C4-BE0850A7122A}" sibTransId="{48AF66E3-4A7F-487A-9653-72A99BB72717}"/>
    <dgm:cxn modelId="{9463825F-0CFF-4878-B66C-3E2DD74EFC04}" srcId="{8306B60A-CADC-4BD8-AB6F-A43BAF31FAEF}" destId="{8FE43981-776A-4CEF-B7A2-FCB00E6425CF}" srcOrd="1" destOrd="0" parTransId="{41AF5410-46D2-4FF8-899F-119F075D5325}" sibTransId="{45D19F58-1D3C-499D-84D7-9C1C0D33FA26}"/>
    <dgm:cxn modelId="{4BBEAE62-C060-4529-AF64-083CC73F202D}" type="presOf" srcId="{5460A396-DE0C-4C8E-88D8-C59942773443}" destId="{DA8513E2-97B4-479E-8CC4-12A0904C4FDF}" srcOrd="0" destOrd="0" presId="urn:microsoft.com/office/officeart/2005/8/layout/process4"/>
    <dgm:cxn modelId="{66824746-9F7E-424A-89E0-23F24E566E0A}" srcId="{0EBDB083-386E-41AE-B643-EE1217149C99}" destId="{74CE7181-FEB9-4FA8-B729-8789263BAFD3}" srcOrd="0" destOrd="0" parTransId="{D6AE0253-214A-42F7-8833-E7DC4BA3F209}" sibTransId="{7D122BD5-D524-4109-9FD1-F1DA0B46D959}"/>
    <dgm:cxn modelId="{6688136B-A119-4B54-859F-C74644AE52B2}" type="presOf" srcId="{8306B60A-CADC-4BD8-AB6F-A43BAF31FAEF}" destId="{286F1706-C60A-4DAC-B1F6-5346C4969DCC}" srcOrd="0" destOrd="0" presId="urn:microsoft.com/office/officeart/2005/8/layout/process4"/>
    <dgm:cxn modelId="{54D70870-51FD-49F2-A842-8ECEEDEBA7F3}" srcId="{8306B60A-CADC-4BD8-AB6F-A43BAF31FAEF}" destId="{62983A21-614B-4E01-B421-7568A3A4B91B}" srcOrd="0" destOrd="0" parTransId="{17AD21D2-66E6-4AE9-84CF-D540CEEECB98}" sibTransId="{E8E46C12-F141-43FD-9A35-33FB297C98CD}"/>
    <dgm:cxn modelId="{6DC1DB7E-5144-4A23-99C3-6931477ACC84}" type="presOf" srcId="{74CE7181-FEB9-4FA8-B729-8789263BAFD3}" destId="{0D07EAA8-6559-4832-BBF8-7AC4E78F3CE9}" srcOrd="0" destOrd="0" presId="urn:microsoft.com/office/officeart/2005/8/layout/process4"/>
    <dgm:cxn modelId="{F8E87FA4-A207-4D8B-9054-AF2E7FF71E73}" type="presOf" srcId="{0EBDB083-386E-41AE-B643-EE1217149C99}" destId="{F86414BE-4B6A-440B-9FBC-F1A6E0E4CE9D}" srcOrd="0" destOrd="0" presId="urn:microsoft.com/office/officeart/2005/8/layout/process4"/>
    <dgm:cxn modelId="{E06F06A5-7869-4582-A304-946FC93A1CFE}" type="presOf" srcId="{8306B60A-CADC-4BD8-AB6F-A43BAF31FAEF}" destId="{10D6237E-744B-48F9-97CA-3782D2DF4641}" srcOrd="1" destOrd="0" presId="urn:microsoft.com/office/officeart/2005/8/layout/process4"/>
    <dgm:cxn modelId="{07F1CBDF-5708-4CFC-BAC6-0E2D2E65AA3D}" type="presOf" srcId="{62983A21-614B-4E01-B421-7568A3A4B91B}" destId="{11E696E5-678E-4C02-BE04-F97B0A612B1E}" srcOrd="0" destOrd="0" presId="urn:microsoft.com/office/officeart/2005/8/layout/process4"/>
    <dgm:cxn modelId="{F942D9E9-3110-418C-B768-5A989E7082D9}" srcId="{0EBDB083-386E-41AE-B643-EE1217149C99}" destId="{8306B60A-CADC-4BD8-AB6F-A43BAF31FAEF}" srcOrd="1" destOrd="0" parTransId="{060C6D63-714C-431C-A37F-384FC51FBD56}" sibTransId="{4E2557E0-0246-46D7-B4CE-F835B46DFBC5}"/>
    <dgm:cxn modelId="{30D4704D-9E16-4479-BC6D-C213BE1DE5BF}" type="presParOf" srcId="{F86414BE-4B6A-440B-9FBC-F1A6E0E4CE9D}" destId="{E02C1DE9-F97E-4E2E-A77A-21C00FA1D88D}" srcOrd="0" destOrd="0" presId="urn:microsoft.com/office/officeart/2005/8/layout/process4"/>
    <dgm:cxn modelId="{526C6E38-97F6-4765-A9DF-1F759187EB3C}" type="presParOf" srcId="{E02C1DE9-F97E-4E2E-A77A-21C00FA1D88D}" destId="{286F1706-C60A-4DAC-B1F6-5346C4969DCC}" srcOrd="0" destOrd="0" presId="urn:microsoft.com/office/officeart/2005/8/layout/process4"/>
    <dgm:cxn modelId="{4D583B76-86F7-402F-82FC-83BD03A44703}" type="presParOf" srcId="{E02C1DE9-F97E-4E2E-A77A-21C00FA1D88D}" destId="{10D6237E-744B-48F9-97CA-3782D2DF4641}" srcOrd="1" destOrd="0" presId="urn:microsoft.com/office/officeart/2005/8/layout/process4"/>
    <dgm:cxn modelId="{504DFE6B-3AAD-49C2-AAA6-9BAD8824EF56}" type="presParOf" srcId="{E02C1DE9-F97E-4E2E-A77A-21C00FA1D88D}" destId="{914EB226-9D87-4ADA-BF99-7B6D334C014D}" srcOrd="2" destOrd="0" presId="urn:microsoft.com/office/officeart/2005/8/layout/process4"/>
    <dgm:cxn modelId="{F55C96CF-DE2C-442D-A41D-930D1F55363F}" type="presParOf" srcId="{914EB226-9D87-4ADA-BF99-7B6D334C014D}" destId="{11E696E5-678E-4C02-BE04-F97B0A612B1E}" srcOrd="0" destOrd="0" presId="urn:microsoft.com/office/officeart/2005/8/layout/process4"/>
    <dgm:cxn modelId="{66AC478E-C4A4-4A52-9F4D-5510321DFEF8}" type="presParOf" srcId="{914EB226-9D87-4ADA-BF99-7B6D334C014D}" destId="{67CD7222-429C-4498-ABA5-0E8679E92DC7}" srcOrd="1" destOrd="0" presId="urn:microsoft.com/office/officeart/2005/8/layout/process4"/>
    <dgm:cxn modelId="{EF53C77B-A718-4078-A46C-4A3ADB28F402}" type="presParOf" srcId="{914EB226-9D87-4ADA-BF99-7B6D334C014D}" destId="{DA8513E2-97B4-479E-8CC4-12A0904C4FDF}" srcOrd="2" destOrd="0" presId="urn:microsoft.com/office/officeart/2005/8/layout/process4"/>
    <dgm:cxn modelId="{7C54BA01-1468-48CC-9C5E-476CACC88541}" type="presParOf" srcId="{F86414BE-4B6A-440B-9FBC-F1A6E0E4CE9D}" destId="{10A34712-78BC-4392-9D63-B70B419F54C9}" srcOrd="1" destOrd="0" presId="urn:microsoft.com/office/officeart/2005/8/layout/process4"/>
    <dgm:cxn modelId="{D1A3D909-EDE8-45AD-A525-A5F49B0BAFC1}" type="presParOf" srcId="{F86414BE-4B6A-440B-9FBC-F1A6E0E4CE9D}" destId="{D4426FFB-59FB-4409-AF29-5FD23EF4BB1A}" srcOrd="2" destOrd="0" presId="urn:microsoft.com/office/officeart/2005/8/layout/process4"/>
    <dgm:cxn modelId="{B172ADEC-E3A9-44B4-98B1-33FBBCBC678D}" type="presParOf" srcId="{D4426FFB-59FB-4409-AF29-5FD23EF4BB1A}" destId="{0D07EAA8-6559-4832-BBF8-7AC4E78F3CE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C728D1-5095-476F-A07C-A59DE8A1EAA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C06F693-2F72-4B3E-9F68-034B963E84BE}">
      <dgm:prSet/>
      <dgm:spPr/>
      <dgm:t>
        <a:bodyPr/>
        <a:lstStyle/>
        <a:p>
          <a:r>
            <a:rPr lang="en-ID" b="1"/>
            <a:t>Konfigurasi Inti:</a:t>
          </a:r>
          <a:endParaRPr lang="en-US"/>
        </a:p>
      </dgm:t>
    </dgm:pt>
    <dgm:pt modelId="{4EC5472D-2E41-45A1-A0E3-4F31CCE015DE}" type="parTrans" cxnId="{BF95F6B0-AE0E-486A-A79B-2A951E4E81A9}">
      <dgm:prSet/>
      <dgm:spPr/>
      <dgm:t>
        <a:bodyPr/>
        <a:lstStyle/>
        <a:p>
          <a:endParaRPr lang="en-US"/>
        </a:p>
      </dgm:t>
    </dgm:pt>
    <dgm:pt modelId="{2BCB6613-1AD3-4393-9E3A-6E8F5373960F}" type="sibTrans" cxnId="{BF95F6B0-AE0E-486A-A79B-2A951E4E81A9}">
      <dgm:prSet/>
      <dgm:spPr/>
      <dgm:t>
        <a:bodyPr/>
        <a:lstStyle/>
        <a:p>
          <a:endParaRPr lang="en-US"/>
        </a:p>
      </dgm:t>
    </dgm:pt>
    <dgm:pt modelId="{A616CE70-8099-4B7A-91D3-F92E5B13BD20}">
      <dgm:prSet/>
      <dgm:spPr/>
      <dgm:t>
        <a:bodyPr/>
        <a:lstStyle/>
        <a:p>
          <a:r>
            <a:rPr lang="en-ID" b="1"/>
            <a:t>Profil:</a:t>
          </a:r>
          <a:r>
            <a:rPr lang="en-ID"/>
            <a:t> Domain, Private, Public. Aturan bisa berbeda per profil.</a:t>
          </a:r>
          <a:endParaRPr lang="en-US"/>
        </a:p>
      </dgm:t>
    </dgm:pt>
    <dgm:pt modelId="{0CDCA423-1D50-4733-AFC3-957845BE07D5}" type="parTrans" cxnId="{F8691A30-9474-4DB4-85EF-B884277776E0}">
      <dgm:prSet/>
      <dgm:spPr/>
      <dgm:t>
        <a:bodyPr/>
        <a:lstStyle/>
        <a:p>
          <a:endParaRPr lang="en-US"/>
        </a:p>
      </dgm:t>
    </dgm:pt>
    <dgm:pt modelId="{321B963F-01FC-4C2E-92E2-83CD1AEF9152}" type="sibTrans" cxnId="{F8691A30-9474-4DB4-85EF-B884277776E0}">
      <dgm:prSet/>
      <dgm:spPr/>
      <dgm:t>
        <a:bodyPr/>
        <a:lstStyle/>
        <a:p>
          <a:endParaRPr lang="en-US"/>
        </a:p>
      </dgm:t>
    </dgm:pt>
    <dgm:pt modelId="{C3CB41C4-22FB-41E2-9EFB-AE8F9B7AE370}">
      <dgm:prSet/>
      <dgm:spPr/>
      <dgm:t>
        <a:bodyPr/>
        <a:lstStyle/>
        <a:p>
          <a:r>
            <a:rPr lang="en-ID" b="1"/>
            <a:t>Aturan (Rules):</a:t>
          </a:r>
          <a:r>
            <a:rPr lang="en-ID"/>
            <a:t> Inbound/Outbound, Program/Port, Protokol (TCP/UDP), Allow/Block.</a:t>
          </a:r>
          <a:endParaRPr lang="en-US"/>
        </a:p>
      </dgm:t>
    </dgm:pt>
    <dgm:pt modelId="{556D3577-0CA7-4130-AE9C-434595BA55AF}" type="parTrans" cxnId="{5AEFF188-BB24-442F-80B7-94C828552F76}">
      <dgm:prSet/>
      <dgm:spPr/>
      <dgm:t>
        <a:bodyPr/>
        <a:lstStyle/>
        <a:p>
          <a:endParaRPr lang="en-US"/>
        </a:p>
      </dgm:t>
    </dgm:pt>
    <dgm:pt modelId="{7642FB78-5826-4009-A234-E2037728F4F7}" type="sibTrans" cxnId="{5AEFF188-BB24-442F-80B7-94C828552F76}">
      <dgm:prSet/>
      <dgm:spPr/>
      <dgm:t>
        <a:bodyPr/>
        <a:lstStyle/>
        <a:p>
          <a:endParaRPr lang="en-US"/>
        </a:p>
      </dgm:t>
    </dgm:pt>
    <dgm:pt modelId="{BBE711D2-8851-4DF3-AD01-6851F3402939}">
      <dgm:prSet/>
      <dgm:spPr/>
      <dgm:t>
        <a:bodyPr/>
        <a:lstStyle/>
        <a:p>
          <a:r>
            <a:rPr lang="en-ID" b="1"/>
            <a:t>Keterbatasan Umum:</a:t>
          </a:r>
          <a:endParaRPr lang="en-US"/>
        </a:p>
      </dgm:t>
    </dgm:pt>
    <dgm:pt modelId="{230A21C0-AD01-4026-B8D9-AE263DE021AB}" type="parTrans" cxnId="{BF961D98-D333-4C58-9C6A-BCF6DBBBD1DF}">
      <dgm:prSet/>
      <dgm:spPr/>
      <dgm:t>
        <a:bodyPr/>
        <a:lstStyle/>
        <a:p>
          <a:endParaRPr lang="en-US"/>
        </a:p>
      </dgm:t>
    </dgm:pt>
    <dgm:pt modelId="{D1313411-05F6-4384-863C-E2C7C543DEC2}" type="sibTrans" cxnId="{BF961D98-D333-4C58-9C6A-BCF6DBBBD1DF}">
      <dgm:prSet/>
      <dgm:spPr/>
      <dgm:t>
        <a:bodyPr/>
        <a:lstStyle/>
        <a:p>
          <a:endParaRPr lang="en-US"/>
        </a:p>
      </dgm:t>
    </dgm:pt>
    <dgm:pt modelId="{ABA0B85C-5C53-449E-ADC2-E6564A8C1042}">
      <dgm:prSet/>
      <dgm:spPr/>
      <dgm:t>
        <a:bodyPr/>
        <a:lstStyle/>
        <a:p>
          <a:r>
            <a:rPr lang="en-ID"/>
            <a:t>Fokus pada port dan protokol, bukan pada </a:t>
          </a:r>
          <a:r>
            <a:rPr lang="en-ID" i="1"/>
            <a:t>payload</a:t>
          </a:r>
          <a:r>
            <a:rPr lang="en-ID"/>
            <a:t> (isi) data.</a:t>
          </a:r>
          <a:endParaRPr lang="en-US"/>
        </a:p>
      </dgm:t>
    </dgm:pt>
    <dgm:pt modelId="{5D89DDC6-326D-401D-9F29-6555BB6A1773}" type="parTrans" cxnId="{2A99A888-83A9-418B-89EC-1F066B0851C6}">
      <dgm:prSet/>
      <dgm:spPr/>
      <dgm:t>
        <a:bodyPr/>
        <a:lstStyle/>
        <a:p>
          <a:endParaRPr lang="en-US"/>
        </a:p>
      </dgm:t>
    </dgm:pt>
    <dgm:pt modelId="{415B287F-CAF5-4E7B-9C52-B7A182375463}" type="sibTrans" cxnId="{2A99A888-83A9-418B-89EC-1F066B0851C6}">
      <dgm:prSet/>
      <dgm:spPr/>
      <dgm:t>
        <a:bodyPr/>
        <a:lstStyle/>
        <a:p>
          <a:endParaRPr lang="en-US"/>
        </a:p>
      </dgm:t>
    </dgm:pt>
    <dgm:pt modelId="{B1D7D279-B257-47A3-952A-EE0281282556}">
      <dgm:prSet/>
      <dgm:spPr/>
      <dgm:t>
        <a:bodyPr/>
        <a:lstStyle/>
        <a:p>
          <a:r>
            <a:rPr lang="en-ID"/>
            <a:t>Bisa dinonaktifkan oleh malware dengan hak akses administrator.</a:t>
          </a:r>
          <a:endParaRPr lang="en-US"/>
        </a:p>
      </dgm:t>
    </dgm:pt>
    <dgm:pt modelId="{43A4CCA6-EF55-49FE-9DD5-A3C4A8549FAC}" type="parTrans" cxnId="{700B780A-FCAA-44B5-B407-13D570391CF6}">
      <dgm:prSet/>
      <dgm:spPr/>
      <dgm:t>
        <a:bodyPr/>
        <a:lstStyle/>
        <a:p>
          <a:endParaRPr lang="en-US"/>
        </a:p>
      </dgm:t>
    </dgm:pt>
    <dgm:pt modelId="{610BC9CE-9C00-4018-B8F2-EBB0995CFD3C}" type="sibTrans" cxnId="{700B780A-FCAA-44B5-B407-13D570391CF6}">
      <dgm:prSet/>
      <dgm:spPr/>
      <dgm:t>
        <a:bodyPr/>
        <a:lstStyle/>
        <a:p>
          <a:endParaRPr lang="en-US"/>
        </a:p>
      </dgm:t>
    </dgm:pt>
    <dgm:pt modelId="{6F5470B1-864A-4EC8-9FBC-6EF946DF21B8}">
      <dgm:prSet/>
      <dgm:spPr/>
      <dgm:t>
        <a:bodyPr/>
        <a:lstStyle/>
        <a:p>
          <a:r>
            <a:rPr lang="en-ID"/>
            <a:t>Konfigurasi yang terlalu longgar (misal: mengizinkan </a:t>
          </a:r>
          <a:r>
            <a:rPr lang="en-ID" b="1"/>
            <a:t>cmd.exe</a:t>
          </a:r>
          <a:r>
            <a:rPr lang="en-ID"/>
            <a:t> atau </a:t>
          </a:r>
          <a:r>
            <a:rPr lang="en-ID" b="1"/>
            <a:t>powershell.exe</a:t>
          </a:r>
          <a:r>
            <a:rPr lang="en-ID"/>
            <a:t> keluar).</a:t>
          </a:r>
          <a:endParaRPr lang="en-US"/>
        </a:p>
      </dgm:t>
    </dgm:pt>
    <dgm:pt modelId="{F38AD2AF-B85F-464A-B278-00451908D542}" type="parTrans" cxnId="{CF2A2BCC-D69D-4B30-9A27-1A4249F19DB3}">
      <dgm:prSet/>
      <dgm:spPr/>
      <dgm:t>
        <a:bodyPr/>
        <a:lstStyle/>
        <a:p>
          <a:endParaRPr lang="en-US"/>
        </a:p>
      </dgm:t>
    </dgm:pt>
    <dgm:pt modelId="{889E2242-CEAC-408E-927A-7435C2A102FA}" type="sibTrans" cxnId="{CF2A2BCC-D69D-4B30-9A27-1A4249F19DB3}">
      <dgm:prSet/>
      <dgm:spPr/>
      <dgm:t>
        <a:bodyPr/>
        <a:lstStyle/>
        <a:p>
          <a:endParaRPr lang="en-US"/>
        </a:p>
      </dgm:t>
    </dgm:pt>
    <dgm:pt modelId="{1967F14D-3E90-4ED7-8BD8-0D9B1AFF2DAC}">
      <dgm:prSet/>
      <dgm:spPr/>
      <dgm:t>
        <a:bodyPr/>
        <a:lstStyle/>
        <a:p>
          <a:r>
            <a:rPr lang="en-ID"/>
            <a:t>Tidak memeriksa traffic yang terenkripsi (seperti HTTPS).</a:t>
          </a:r>
          <a:endParaRPr lang="en-US"/>
        </a:p>
      </dgm:t>
    </dgm:pt>
    <dgm:pt modelId="{4F97FE9A-3C71-44A9-86E3-843CD597F149}" type="parTrans" cxnId="{AFC58341-FED8-4CFB-9212-1060B2B55A1F}">
      <dgm:prSet/>
      <dgm:spPr/>
      <dgm:t>
        <a:bodyPr/>
        <a:lstStyle/>
        <a:p>
          <a:endParaRPr lang="en-US"/>
        </a:p>
      </dgm:t>
    </dgm:pt>
    <dgm:pt modelId="{6BE3C837-7244-417F-AB18-5A6002D5F1F9}" type="sibTrans" cxnId="{AFC58341-FED8-4CFB-9212-1060B2B55A1F}">
      <dgm:prSet/>
      <dgm:spPr/>
      <dgm:t>
        <a:bodyPr/>
        <a:lstStyle/>
        <a:p>
          <a:endParaRPr lang="en-US"/>
        </a:p>
      </dgm:t>
    </dgm:pt>
    <dgm:pt modelId="{10DB1CBA-AFA8-4C0B-91D5-26D4C0902167}" type="pres">
      <dgm:prSet presAssocID="{0AC728D1-5095-476F-A07C-A59DE8A1EAA6}" presName="linear" presStyleCnt="0">
        <dgm:presLayoutVars>
          <dgm:animLvl val="lvl"/>
          <dgm:resizeHandles val="exact"/>
        </dgm:presLayoutVars>
      </dgm:prSet>
      <dgm:spPr/>
    </dgm:pt>
    <dgm:pt modelId="{255A8463-44BB-44E2-BA43-B54733C3BC97}" type="pres">
      <dgm:prSet presAssocID="{CC06F693-2F72-4B3E-9F68-034B963E84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22D5C4-05A4-4801-AC07-0E5A5CAB33B3}" type="pres">
      <dgm:prSet presAssocID="{CC06F693-2F72-4B3E-9F68-034B963E84BE}" presName="childText" presStyleLbl="revTx" presStyleIdx="0" presStyleCnt="2">
        <dgm:presLayoutVars>
          <dgm:bulletEnabled val="1"/>
        </dgm:presLayoutVars>
      </dgm:prSet>
      <dgm:spPr/>
    </dgm:pt>
    <dgm:pt modelId="{2A82B2BA-4882-4D47-A974-15D22969286B}" type="pres">
      <dgm:prSet presAssocID="{BBE711D2-8851-4DF3-AD01-6851F340293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ECC551D-3C3C-4F8F-B155-B939624B2CD0}" type="pres">
      <dgm:prSet presAssocID="{BBE711D2-8851-4DF3-AD01-6851F340293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00B780A-FCAA-44B5-B407-13D570391CF6}" srcId="{BBE711D2-8851-4DF3-AD01-6851F3402939}" destId="{B1D7D279-B257-47A3-952A-EE0281282556}" srcOrd="1" destOrd="0" parTransId="{43A4CCA6-EF55-49FE-9DD5-A3C4A8549FAC}" sibTransId="{610BC9CE-9C00-4018-B8F2-EBB0995CFD3C}"/>
    <dgm:cxn modelId="{F8691A30-9474-4DB4-85EF-B884277776E0}" srcId="{CC06F693-2F72-4B3E-9F68-034B963E84BE}" destId="{A616CE70-8099-4B7A-91D3-F92E5B13BD20}" srcOrd="0" destOrd="0" parTransId="{0CDCA423-1D50-4733-AFC3-957845BE07D5}" sibTransId="{321B963F-01FC-4C2E-92E2-83CD1AEF9152}"/>
    <dgm:cxn modelId="{AFC58341-FED8-4CFB-9212-1060B2B55A1F}" srcId="{BBE711D2-8851-4DF3-AD01-6851F3402939}" destId="{1967F14D-3E90-4ED7-8BD8-0D9B1AFF2DAC}" srcOrd="3" destOrd="0" parTransId="{4F97FE9A-3C71-44A9-86E3-843CD597F149}" sibTransId="{6BE3C837-7244-417F-AB18-5A6002D5F1F9}"/>
    <dgm:cxn modelId="{4F1EEA47-A891-4301-B6D6-AAF3EBE0AE97}" type="presOf" srcId="{CC06F693-2F72-4B3E-9F68-034B963E84BE}" destId="{255A8463-44BB-44E2-BA43-B54733C3BC97}" srcOrd="0" destOrd="0" presId="urn:microsoft.com/office/officeart/2005/8/layout/vList2"/>
    <dgm:cxn modelId="{6788EC57-AE0F-4BC5-A286-8A954F3DAE20}" type="presOf" srcId="{A616CE70-8099-4B7A-91D3-F92E5B13BD20}" destId="{2F22D5C4-05A4-4801-AC07-0E5A5CAB33B3}" srcOrd="0" destOrd="0" presId="urn:microsoft.com/office/officeart/2005/8/layout/vList2"/>
    <dgm:cxn modelId="{D4EF5A7B-F49D-4F15-B823-A9893CB312DF}" type="presOf" srcId="{ABA0B85C-5C53-449E-ADC2-E6564A8C1042}" destId="{9ECC551D-3C3C-4F8F-B155-B939624B2CD0}" srcOrd="0" destOrd="0" presId="urn:microsoft.com/office/officeart/2005/8/layout/vList2"/>
    <dgm:cxn modelId="{EB048A85-0A2D-4FD4-A659-9DB5E514B303}" type="presOf" srcId="{C3CB41C4-22FB-41E2-9EFB-AE8F9B7AE370}" destId="{2F22D5C4-05A4-4801-AC07-0E5A5CAB33B3}" srcOrd="0" destOrd="1" presId="urn:microsoft.com/office/officeart/2005/8/layout/vList2"/>
    <dgm:cxn modelId="{2A99A888-83A9-418B-89EC-1F066B0851C6}" srcId="{BBE711D2-8851-4DF3-AD01-6851F3402939}" destId="{ABA0B85C-5C53-449E-ADC2-E6564A8C1042}" srcOrd="0" destOrd="0" parTransId="{5D89DDC6-326D-401D-9F29-6555BB6A1773}" sibTransId="{415B287F-CAF5-4E7B-9C52-B7A182375463}"/>
    <dgm:cxn modelId="{5AEFF188-BB24-442F-80B7-94C828552F76}" srcId="{CC06F693-2F72-4B3E-9F68-034B963E84BE}" destId="{C3CB41C4-22FB-41E2-9EFB-AE8F9B7AE370}" srcOrd="1" destOrd="0" parTransId="{556D3577-0CA7-4130-AE9C-434595BA55AF}" sibTransId="{7642FB78-5826-4009-A234-E2037728F4F7}"/>
    <dgm:cxn modelId="{BF961D98-D333-4C58-9C6A-BCF6DBBBD1DF}" srcId="{0AC728D1-5095-476F-A07C-A59DE8A1EAA6}" destId="{BBE711D2-8851-4DF3-AD01-6851F3402939}" srcOrd="1" destOrd="0" parTransId="{230A21C0-AD01-4026-B8D9-AE263DE021AB}" sibTransId="{D1313411-05F6-4384-863C-E2C7C543DEC2}"/>
    <dgm:cxn modelId="{E256189A-D72F-430B-BA39-9CA810E07CB8}" type="presOf" srcId="{6F5470B1-864A-4EC8-9FBC-6EF946DF21B8}" destId="{9ECC551D-3C3C-4F8F-B155-B939624B2CD0}" srcOrd="0" destOrd="2" presId="urn:microsoft.com/office/officeart/2005/8/layout/vList2"/>
    <dgm:cxn modelId="{518AA5A8-93F5-410F-A498-845257D7DE67}" type="presOf" srcId="{1967F14D-3E90-4ED7-8BD8-0D9B1AFF2DAC}" destId="{9ECC551D-3C3C-4F8F-B155-B939624B2CD0}" srcOrd="0" destOrd="3" presId="urn:microsoft.com/office/officeart/2005/8/layout/vList2"/>
    <dgm:cxn modelId="{F5760BA9-51E6-4CAA-ACA7-52B7266C67A4}" type="presOf" srcId="{0AC728D1-5095-476F-A07C-A59DE8A1EAA6}" destId="{10DB1CBA-AFA8-4C0B-91D5-26D4C0902167}" srcOrd="0" destOrd="0" presId="urn:microsoft.com/office/officeart/2005/8/layout/vList2"/>
    <dgm:cxn modelId="{53FFA5AA-AF66-4158-BBC6-56E5249EBCC8}" type="presOf" srcId="{BBE711D2-8851-4DF3-AD01-6851F3402939}" destId="{2A82B2BA-4882-4D47-A974-15D22969286B}" srcOrd="0" destOrd="0" presId="urn:microsoft.com/office/officeart/2005/8/layout/vList2"/>
    <dgm:cxn modelId="{BF95F6B0-AE0E-486A-A79B-2A951E4E81A9}" srcId="{0AC728D1-5095-476F-A07C-A59DE8A1EAA6}" destId="{CC06F693-2F72-4B3E-9F68-034B963E84BE}" srcOrd="0" destOrd="0" parTransId="{4EC5472D-2E41-45A1-A0E3-4F31CCE015DE}" sibTransId="{2BCB6613-1AD3-4393-9E3A-6E8F5373960F}"/>
    <dgm:cxn modelId="{CF2A2BCC-D69D-4B30-9A27-1A4249F19DB3}" srcId="{BBE711D2-8851-4DF3-AD01-6851F3402939}" destId="{6F5470B1-864A-4EC8-9FBC-6EF946DF21B8}" srcOrd="2" destOrd="0" parTransId="{F38AD2AF-B85F-464A-B278-00451908D542}" sibTransId="{889E2242-CEAC-408E-927A-7435C2A102FA}"/>
    <dgm:cxn modelId="{DA24A8FC-585C-4FA2-AC68-D4C47312264C}" type="presOf" srcId="{B1D7D279-B257-47A3-952A-EE0281282556}" destId="{9ECC551D-3C3C-4F8F-B155-B939624B2CD0}" srcOrd="0" destOrd="1" presId="urn:microsoft.com/office/officeart/2005/8/layout/vList2"/>
    <dgm:cxn modelId="{20882650-2228-4616-8895-6E54298A857A}" type="presParOf" srcId="{10DB1CBA-AFA8-4C0B-91D5-26D4C0902167}" destId="{255A8463-44BB-44E2-BA43-B54733C3BC97}" srcOrd="0" destOrd="0" presId="urn:microsoft.com/office/officeart/2005/8/layout/vList2"/>
    <dgm:cxn modelId="{9B2D3E66-A354-455D-8360-01E65307A5A4}" type="presParOf" srcId="{10DB1CBA-AFA8-4C0B-91D5-26D4C0902167}" destId="{2F22D5C4-05A4-4801-AC07-0E5A5CAB33B3}" srcOrd="1" destOrd="0" presId="urn:microsoft.com/office/officeart/2005/8/layout/vList2"/>
    <dgm:cxn modelId="{2D3967EC-C14E-4771-8EDC-861B07B939E0}" type="presParOf" srcId="{10DB1CBA-AFA8-4C0B-91D5-26D4C0902167}" destId="{2A82B2BA-4882-4D47-A974-15D22969286B}" srcOrd="2" destOrd="0" presId="urn:microsoft.com/office/officeart/2005/8/layout/vList2"/>
    <dgm:cxn modelId="{D1A5BC8A-BC74-4692-8AA6-B08DD69E6357}" type="presParOf" srcId="{10DB1CBA-AFA8-4C0B-91D5-26D4C0902167}" destId="{9ECC551D-3C3C-4F8F-B155-B939624B2CD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0BCE6F-B8C9-4919-A243-F3E9324D23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F93AAFF-6096-4DFC-B431-B9FCD7F81713}">
      <dgm:prSet/>
      <dgm:spPr/>
      <dgm:t>
        <a:bodyPr/>
        <a:lstStyle/>
        <a:p>
          <a:r>
            <a:rPr lang="en-ID" b="1"/>
            <a:t>1. Menggunakan Port yang Diizinkan:</a:t>
          </a:r>
          <a:r>
            <a:rPr lang="en-ID"/>
            <a:t> Menyembunyikan data C2 (Command and Control) di dalam traffic HTTPS (port 443) yang selalu diizinkan.</a:t>
          </a:r>
          <a:endParaRPr lang="en-US"/>
        </a:p>
      </dgm:t>
    </dgm:pt>
    <dgm:pt modelId="{EA033CA8-5D42-4C77-BF11-18A0DC974E09}" type="parTrans" cxnId="{49E4CFC6-C522-4EFA-98B8-63213A1D50D6}">
      <dgm:prSet/>
      <dgm:spPr/>
      <dgm:t>
        <a:bodyPr/>
        <a:lstStyle/>
        <a:p>
          <a:endParaRPr lang="en-US"/>
        </a:p>
      </dgm:t>
    </dgm:pt>
    <dgm:pt modelId="{D8D35082-D097-46DB-8C57-D47590449F94}" type="sibTrans" cxnId="{49E4CFC6-C522-4EFA-98B8-63213A1D50D6}">
      <dgm:prSet/>
      <dgm:spPr/>
      <dgm:t>
        <a:bodyPr/>
        <a:lstStyle/>
        <a:p>
          <a:endParaRPr lang="en-US"/>
        </a:p>
      </dgm:t>
    </dgm:pt>
    <dgm:pt modelId="{32F8802B-5D71-45B9-AD21-A81D389F4BD5}">
      <dgm:prSet/>
      <dgm:spPr/>
      <dgm:t>
        <a:bodyPr/>
        <a:lstStyle/>
        <a:p>
          <a:r>
            <a:rPr lang="en-ID" b="1"/>
            <a:t>2. Rule Injection:</a:t>
          </a:r>
          <a:r>
            <a:rPr lang="en-ID"/>
            <a:t> Malware menambahkan aturan baru ke firewall untuk mengizinkan aksesnya.</a:t>
          </a:r>
          <a:endParaRPr lang="en-US"/>
        </a:p>
      </dgm:t>
    </dgm:pt>
    <dgm:pt modelId="{C5A88462-3306-467A-B81C-63100E5A8FCF}" type="parTrans" cxnId="{BF7FD764-E35E-42A0-BCB4-8900D21680E5}">
      <dgm:prSet/>
      <dgm:spPr/>
      <dgm:t>
        <a:bodyPr/>
        <a:lstStyle/>
        <a:p>
          <a:endParaRPr lang="en-US"/>
        </a:p>
      </dgm:t>
    </dgm:pt>
    <dgm:pt modelId="{A371DFB8-6176-4812-B946-A30D5DDDB2A8}" type="sibTrans" cxnId="{BF7FD764-E35E-42A0-BCB4-8900D21680E5}">
      <dgm:prSet/>
      <dgm:spPr/>
      <dgm:t>
        <a:bodyPr/>
        <a:lstStyle/>
        <a:p>
          <a:endParaRPr lang="en-US"/>
        </a:p>
      </dgm:t>
    </dgm:pt>
    <dgm:pt modelId="{7411EE3E-B2B7-4315-9AAA-302661B95511}">
      <dgm:prSet/>
      <dgm:spPr/>
      <dgm:t>
        <a:bodyPr/>
        <a:lstStyle/>
        <a:p>
          <a:r>
            <a:rPr lang="en-ID" b="1"/>
            <a:t>3. Disabling the Firewall:</a:t>
          </a:r>
          <a:r>
            <a:rPr lang="en-ID"/>
            <a:t> Menggunakan skrip atau exploit untuk mematikan layanan </a:t>
          </a:r>
          <a:r>
            <a:rPr lang="en-ID" b="1"/>
            <a:t>MpsSvc</a:t>
          </a:r>
          <a:r>
            <a:rPr lang="en-ID"/>
            <a:t>.</a:t>
          </a:r>
          <a:endParaRPr lang="en-US"/>
        </a:p>
      </dgm:t>
    </dgm:pt>
    <dgm:pt modelId="{BB858A37-7E2D-46F2-A951-905A4002C3C7}" type="parTrans" cxnId="{95993E8D-B7BB-4AB3-936C-A08FC432C90C}">
      <dgm:prSet/>
      <dgm:spPr/>
      <dgm:t>
        <a:bodyPr/>
        <a:lstStyle/>
        <a:p>
          <a:endParaRPr lang="en-US"/>
        </a:p>
      </dgm:t>
    </dgm:pt>
    <dgm:pt modelId="{E2417B34-58EC-4141-B396-3E8F552DF1B1}" type="sibTrans" cxnId="{95993E8D-B7BB-4AB3-936C-A08FC432C90C}">
      <dgm:prSet/>
      <dgm:spPr/>
      <dgm:t>
        <a:bodyPr/>
        <a:lstStyle/>
        <a:p>
          <a:endParaRPr lang="en-US"/>
        </a:p>
      </dgm:t>
    </dgm:pt>
    <dgm:pt modelId="{297EE84D-A89A-43DE-BCC6-F8DA11A47F38}">
      <dgm:prSet/>
      <dgm:spPr/>
      <dgm:t>
        <a:bodyPr/>
        <a:lstStyle/>
        <a:p>
          <a:r>
            <a:rPr lang="en-ID" b="1"/>
            <a:t>4. Leveraging Trusted Applications:</a:t>
          </a:r>
          <a:r>
            <a:rPr lang="en-ID"/>
            <a:t> Menggunakan program yang sudah diizinkan (misal </a:t>
          </a:r>
          <a:r>
            <a:rPr lang="en-ID" b="1"/>
            <a:t>svchost.exe</a:t>
          </a:r>
          <a:r>
            <a:rPr lang="en-ID"/>
            <a:t>) untuk melakukan koneksi jahat (</a:t>
          </a:r>
          <a:r>
            <a:rPr lang="en-ID" i="1"/>
            <a:t>living-off-the-land</a:t>
          </a:r>
          <a:r>
            <a:rPr lang="en-ID"/>
            <a:t>).</a:t>
          </a:r>
          <a:endParaRPr lang="en-US"/>
        </a:p>
      </dgm:t>
    </dgm:pt>
    <dgm:pt modelId="{C5BB646E-68C4-4CDB-8616-757821647C67}" type="parTrans" cxnId="{DEB61905-D5B4-49B3-B8CB-CC9F30E294FA}">
      <dgm:prSet/>
      <dgm:spPr/>
      <dgm:t>
        <a:bodyPr/>
        <a:lstStyle/>
        <a:p>
          <a:endParaRPr lang="en-US"/>
        </a:p>
      </dgm:t>
    </dgm:pt>
    <dgm:pt modelId="{58BC5A06-AD23-44D0-859D-282545E07617}" type="sibTrans" cxnId="{DEB61905-D5B4-49B3-B8CB-CC9F30E294FA}">
      <dgm:prSet/>
      <dgm:spPr/>
      <dgm:t>
        <a:bodyPr/>
        <a:lstStyle/>
        <a:p>
          <a:endParaRPr lang="en-US"/>
        </a:p>
      </dgm:t>
    </dgm:pt>
    <dgm:pt modelId="{62BD2D65-5AB6-49D1-A99F-94EFBAF8B2B7}" type="pres">
      <dgm:prSet presAssocID="{DD0BCE6F-B8C9-4919-A243-F3E9324D23AF}" presName="root" presStyleCnt="0">
        <dgm:presLayoutVars>
          <dgm:dir/>
          <dgm:resizeHandles val="exact"/>
        </dgm:presLayoutVars>
      </dgm:prSet>
      <dgm:spPr/>
    </dgm:pt>
    <dgm:pt modelId="{86CBAE94-2490-4A03-9405-2C9D05D694D4}" type="pres">
      <dgm:prSet presAssocID="{0F93AAFF-6096-4DFC-B431-B9FCD7F81713}" presName="compNode" presStyleCnt="0"/>
      <dgm:spPr/>
    </dgm:pt>
    <dgm:pt modelId="{0320012F-F209-43C6-AAE8-95F744CA3F0A}" type="pres">
      <dgm:prSet presAssocID="{0F93AAFF-6096-4DFC-B431-B9FCD7F81713}" presName="bgRect" presStyleLbl="bgShp" presStyleIdx="0" presStyleCnt="4"/>
      <dgm:spPr/>
    </dgm:pt>
    <dgm:pt modelId="{644E312F-80D9-4FC5-9C49-5947B171224D}" type="pres">
      <dgm:prSet presAssocID="{0F93AAFF-6096-4DFC-B431-B9FCD7F817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00C16B2-CAD8-454D-8196-FAF72E2531BD}" type="pres">
      <dgm:prSet presAssocID="{0F93AAFF-6096-4DFC-B431-B9FCD7F81713}" presName="spaceRect" presStyleCnt="0"/>
      <dgm:spPr/>
    </dgm:pt>
    <dgm:pt modelId="{328A3FC9-C5F3-4BCF-A53B-209A209675D1}" type="pres">
      <dgm:prSet presAssocID="{0F93AAFF-6096-4DFC-B431-B9FCD7F81713}" presName="parTx" presStyleLbl="revTx" presStyleIdx="0" presStyleCnt="4">
        <dgm:presLayoutVars>
          <dgm:chMax val="0"/>
          <dgm:chPref val="0"/>
        </dgm:presLayoutVars>
      </dgm:prSet>
      <dgm:spPr/>
    </dgm:pt>
    <dgm:pt modelId="{C3832B9F-DCAA-47D7-B664-0252F5941100}" type="pres">
      <dgm:prSet presAssocID="{D8D35082-D097-46DB-8C57-D47590449F94}" presName="sibTrans" presStyleCnt="0"/>
      <dgm:spPr/>
    </dgm:pt>
    <dgm:pt modelId="{C48492ED-43F3-43F0-ACD8-975032D6D225}" type="pres">
      <dgm:prSet presAssocID="{32F8802B-5D71-45B9-AD21-A81D389F4BD5}" presName="compNode" presStyleCnt="0"/>
      <dgm:spPr/>
    </dgm:pt>
    <dgm:pt modelId="{B833CC90-73DD-49CF-BCF9-6D350C18A681}" type="pres">
      <dgm:prSet presAssocID="{32F8802B-5D71-45B9-AD21-A81D389F4BD5}" presName="bgRect" presStyleLbl="bgShp" presStyleIdx="1" presStyleCnt="4"/>
      <dgm:spPr/>
    </dgm:pt>
    <dgm:pt modelId="{ACE4F34D-8A38-407E-B107-02E3C535753B}" type="pres">
      <dgm:prSet presAssocID="{32F8802B-5D71-45B9-AD21-A81D389F4B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1C842AB-C5BB-4675-B823-BE8D0380DCA2}" type="pres">
      <dgm:prSet presAssocID="{32F8802B-5D71-45B9-AD21-A81D389F4BD5}" presName="spaceRect" presStyleCnt="0"/>
      <dgm:spPr/>
    </dgm:pt>
    <dgm:pt modelId="{7BEED473-D581-4165-9E53-B145A03FA0DA}" type="pres">
      <dgm:prSet presAssocID="{32F8802B-5D71-45B9-AD21-A81D389F4BD5}" presName="parTx" presStyleLbl="revTx" presStyleIdx="1" presStyleCnt="4">
        <dgm:presLayoutVars>
          <dgm:chMax val="0"/>
          <dgm:chPref val="0"/>
        </dgm:presLayoutVars>
      </dgm:prSet>
      <dgm:spPr/>
    </dgm:pt>
    <dgm:pt modelId="{DA5F88BC-6D54-4FF5-BC97-241B68F8245C}" type="pres">
      <dgm:prSet presAssocID="{A371DFB8-6176-4812-B946-A30D5DDDB2A8}" presName="sibTrans" presStyleCnt="0"/>
      <dgm:spPr/>
    </dgm:pt>
    <dgm:pt modelId="{3C7CE142-AF36-487A-92B4-6DFA8951D33E}" type="pres">
      <dgm:prSet presAssocID="{7411EE3E-B2B7-4315-9AAA-302661B95511}" presName="compNode" presStyleCnt="0"/>
      <dgm:spPr/>
    </dgm:pt>
    <dgm:pt modelId="{4C86916C-0B37-4FF0-87B0-DDBD34374EA6}" type="pres">
      <dgm:prSet presAssocID="{7411EE3E-B2B7-4315-9AAA-302661B95511}" presName="bgRect" presStyleLbl="bgShp" presStyleIdx="2" presStyleCnt="4"/>
      <dgm:spPr/>
    </dgm:pt>
    <dgm:pt modelId="{A4E04D70-B120-4C94-9F12-89548807F32A}" type="pres">
      <dgm:prSet presAssocID="{7411EE3E-B2B7-4315-9AAA-302661B955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535940A-969D-4B91-B6D3-46305DAB2135}" type="pres">
      <dgm:prSet presAssocID="{7411EE3E-B2B7-4315-9AAA-302661B95511}" presName="spaceRect" presStyleCnt="0"/>
      <dgm:spPr/>
    </dgm:pt>
    <dgm:pt modelId="{B71B532A-17D7-488B-ACE5-8E2BD3E5B6D9}" type="pres">
      <dgm:prSet presAssocID="{7411EE3E-B2B7-4315-9AAA-302661B95511}" presName="parTx" presStyleLbl="revTx" presStyleIdx="2" presStyleCnt="4">
        <dgm:presLayoutVars>
          <dgm:chMax val="0"/>
          <dgm:chPref val="0"/>
        </dgm:presLayoutVars>
      </dgm:prSet>
      <dgm:spPr/>
    </dgm:pt>
    <dgm:pt modelId="{07A96867-409C-4A9A-B2E8-B647BE3BE33D}" type="pres">
      <dgm:prSet presAssocID="{E2417B34-58EC-4141-B396-3E8F552DF1B1}" presName="sibTrans" presStyleCnt="0"/>
      <dgm:spPr/>
    </dgm:pt>
    <dgm:pt modelId="{C9DA92B6-3F05-484E-8517-54A7B05BD985}" type="pres">
      <dgm:prSet presAssocID="{297EE84D-A89A-43DE-BCC6-F8DA11A47F38}" presName="compNode" presStyleCnt="0"/>
      <dgm:spPr/>
    </dgm:pt>
    <dgm:pt modelId="{E0C8B9A5-311A-4BE3-8BE6-2B732CAB635C}" type="pres">
      <dgm:prSet presAssocID="{297EE84D-A89A-43DE-BCC6-F8DA11A47F38}" presName="bgRect" presStyleLbl="bgShp" presStyleIdx="3" presStyleCnt="4"/>
      <dgm:spPr/>
    </dgm:pt>
    <dgm:pt modelId="{F9933B15-FD3D-4FC1-9109-B4D9F1EEE36E}" type="pres">
      <dgm:prSet presAssocID="{297EE84D-A89A-43DE-BCC6-F8DA11A47F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65D76BD1-1B73-49CC-9224-38F9B5B7125F}" type="pres">
      <dgm:prSet presAssocID="{297EE84D-A89A-43DE-BCC6-F8DA11A47F38}" presName="spaceRect" presStyleCnt="0"/>
      <dgm:spPr/>
    </dgm:pt>
    <dgm:pt modelId="{E7AC6E9C-EF10-4C7B-9F3F-00FCF37ED27C}" type="pres">
      <dgm:prSet presAssocID="{297EE84D-A89A-43DE-BCC6-F8DA11A47F3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B61905-D5B4-49B3-B8CB-CC9F30E294FA}" srcId="{DD0BCE6F-B8C9-4919-A243-F3E9324D23AF}" destId="{297EE84D-A89A-43DE-BCC6-F8DA11A47F38}" srcOrd="3" destOrd="0" parTransId="{C5BB646E-68C4-4CDB-8616-757821647C67}" sibTransId="{58BC5A06-AD23-44D0-859D-282545E07617}"/>
    <dgm:cxn modelId="{6D111D06-EA71-4053-A3BA-B393F13B13D1}" type="presOf" srcId="{DD0BCE6F-B8C9-4919-A243-F3E9324D23AF}" destId="{62BD2D65-5AB6-49D1-A99F-94EFBAF8B2B7}" srcOrd="0" destOrd="0" presId="urn:microsoft.com/office/officeart/2018/2/layout/IconVerticalSolidList"/>
    <dgm:cxn modelId="{DCFE7B18-A0E6-4C09-AD61-9DD25451990B}" type="presOf" srcId="{0F93AAFF-6096-4DFC-B431-B9FCD7F81713}" destId="{328A3FC9-C5F3-4BCF-A53B-209A209675D1}" srcOrd="0" destOrd="0" presId="urn:microsoft.com/office/officeart/2018/2/layout/IconVerticalSolidList"/>
    <dgm:cxn modelId="{BF7FD764-E35E-42A0-BCB4-8900D21680E5}" srcId="{DD0BCE6F-B8C9-4919-A243-F3E9324D23AF}" destId="{32F8802B-5D71-45B9-AD21-A81D389F4BD5}" srcOrd="1" destOrd="0" parTransId="{C5A88462-3306-467A-B81C-63100E5A8FCF}" sibTransId="{A371DFB8-6176-4812-B946-A30D5DDDB2A8}"/>
    <dgm:cxn modelId="{7D96D850-61A6-4917-80F3-B593CF84EDDD}" type="presOf" srcId="{297EE84D-A89A-43DE-BCC6-F8DA11A47F38}" destId="{E7AC6E9C-EF10-4C7B-9F3F-00FCF37ED27C}" srcOrd="0" destOrd="0" presId="urn:microsoft.com/office/officeart/2018/2/layout/IconVerticalSolidList"/>
    <dgm:cxn modelId="{B1FDC156-EA2C-43C1-9141-9B627B60BBF7}" type="presOf" srcId="{32F8802B-5D71-45B9-AD21-A81D389F4BD5}" destId="{7BEED473-D581-4165-9E53-B145A03FA0DA}" srcOrd="0" destOrd="0" presId="urn:microsoft.com/office/officeart/2018/2/layout/IconVerticalSolidList"/>
    <dgm:cxn modelId="{95993E8D-B7BB-4AB3-936C-A08FC432C90C}" srcId="{DD0BCE6F-B8C9-4919-A243-F3E9324D23AF}" destId="{7411EE3E-B2B7-4315-9AAA-302661B95511}" srcOrd="2" destOrd="0" parTransId="{BB858A37-7E2D-46F2-A951-905A4002C3C7}" sibTransId="{E2417B34-58EC-4141-B396-3E8F552DF1B1}"/>
    <dgm:cxn modelId="{49E4CFC6-C522-4EFA-98B8-63213A1D50D6}" srcId="{DD0BCE6F-B8C9-4919-A243-F3E9324D23AF}" destId="{0F93AAFF-6096-4DFC-B431-B9FCD7F81713}" srcOrd="0" destOrd="0" parTransId="{EA033CA8-5D42-4C77-BF11-18A0DC974E09}" sibTransId="{D8D35082-D097-46DB-8C57-D47590449F94}"/>
    <dgm:cxn modelId="{A3D288F3-49B9-4620-976A-8A7A003E5C32}" type="presOf" srcId="{7411EE3E-B2B7-4315-9AAA-302661B95511}" destId="{B71B532A-17D7-488B-ACE5-8E2BD3E5B6D9}" srcOrd="0" destOrd="0" presId="urn:microsoft.com/office/officeart/2018/2/layout/IconVerticalSolidList"/>
    <dgm:cxn modelId="{36184EED-67FF-4E25-AD0C-EFC26A92DF38}" type="presParOf" srcId="{62BD2D65-5AB6-49D1-A99F-94EFBAF8B2B7}" destId="{86CBAE94-2490-4A03-9405-2C9D05D694D4}" srcOrd="0" destOrd="0" presId="urn:microsoft.com/office/officeart/2018/2/layout/IconVerticalSolidList"/>
    <dgm:cxn modelId="{6BB9C2CC-4E84-4E3A-9DBF-660B8FBE6115}" type="presParOf" srcId="{86CBAE94-2490-4A03-9405-2C9D05D694D4}" destId="{0320012F-F209-43C6-AAE8-95F744CA3F0A}" srcOrd="0" destOrd="0" presId="urn:microsoft.com/office/officeart/2018/2/layout/IconVerticalSolidList"/>
    <dgm:cxn modelId="{DEB22789-C317-4870-935D-79E14234DF13}" type="presParOf" srcId="{86CBAE94-2490-4A03-9405-2C9D05D694D4}" destId="{644E312F-80D9-4FC5-9C49-5947B171224D}" srcOrd="1" destOrd="0" presId="urn:microsoft.com/office/officeart/2018/2/layout/IconVerticalSolidList"/>
    <dgm:cxn modelId="{684A5822-A655-4CE7-A5DA-20EF58C0E4C1}" type="presParOf" srcId="{86CBAE94-2490-4A03-9405-2C9D05D694D4}" destId="{D00C16B2-CAD8-454D-8196-FAF72E2531BD}" srcOrd="2" destOrd="0" presId="urn:microsoft.com/office/officeart/2018/2/layout/IconVerticalSolidList"/>
    <dgm:cxn modelId="{AD535B3D-51C1-4A13-AC13-E00BD086005D}" type="presParOf" srcId="{86CBAE94-2490-4A03-9405-2C9D05D694D4}" destId="{328A3FC9-C5F3-4BCF-A53B-209A209675D1}" srcOrd="3" destOrd="0" presId="urn:microsoft.com/office/officeart/2018/2/layout/IconVerticalSolidList"/>
    <dgm:cxn modelId="{A617AC90-978C-4481-B4D1-2B7F2B284936}" type="presParOf" srcId="{62BD2D65-5AB6-49D1-A99F-94EFBAF8B2B7}" destId="{C3832B9F-DCAA-47D7-B664-0252F5941100}" srcOrd="1" destOrd="0" presId="urn:microsoft.com/office/officeart/2018/2/layout/IconVerticalSolidList"/>
    <dgm:cxn modelId="{2DC294F4-31E4-4D13-B142-27F273C9600F}" type="presParOf" srcId="{62BD2D65-5AB6-49D1-A99F-94EFBAF8B2B7}" destId="{C48492ED-43F3-43F0-ACD8-975032D6D225}" srcOrd="2" destOrd="0" presId="urn:microsoft.com/office/officeart/2018/2/layout/IconVerticalSolidList"/>
    <dgm:cxn modelId="{6A34A987-E6E9-4B24-BE9D-8DC031F708DF}" type="presParOf" srcId="{C48492ED-43F3-43F0-ACD8-975032D6D225}" destId="{B833CC90-73DD-49CF-BCF9-6D350C18A681}" srcOrd="0" destOrd="0" presId="urn:microsoft.com/office/officeart/2018/2/layout/IconVerticalSolidList"/>
    <dgm:cxn modelId="{79B54917-6127-4C31-9662-958A8744D951}" type="presParOf" srcId="{C48492ED-43F3-43F0-ACD8-975032D6D225}" destId="{ACE4F34D-8A38-407E-B107-02E3C535753B}" srcOrd="1" destOrd="0" presId="urn:microsoft.com/office/officeart/2018/2/layout/IconVerticalSolidList"/>
    <dgm:cxn modelId="{52600F5F-FA86-4813-9D1C-325884D21716}" type="presParOf" srcId="{C48492ED-43F3-43F0-ACD8-975032D6D225}" destId="{71C842AB-C5BB-4675-B823-BE8D0380DCA2}" srcOrd="2" destOrd="0" presId="urn:microsoft.com/office/officeart/2018/2/layout/IconVerticalSolidList"/>
    <dgm:cxn modelId="{CAB49DF6-E9AF-4C94-80C7-6B3FA7EFCE96}" type="presParOf" srcId="{C48492ED-43F3-43F0-ACD8-975032D6D225}" destId="{7BEED473-D581-4165-9E53-B145A03FA0DA}" srcOrd="3" destOrd="0" presId="urn:microsoft.com/office/officeart/2018/2/layout/IconVerticalSolidList"/>
    <dgm:cxn modelId="{6B6F87F0-37A9-4A2A-82ED-921EE595623F}" type="presParOf" srcId="{62BD2D65-5AB6-49D1-A99F-94EFBAF8B2B7}" destId="{DA5F88BC-6D54-4FF5-BC97-241B68F8245C}" srcOrd="3" destOrd="0" presId="urn:microsoft.com/office/officeart/2018/2/layout/IconVerticalSolidList"/>
    <dgm:cxn modelId="{0FCA4F51-472F-4B74-9397-E18A8DB79D26}" type="presParOf" srcId="{62BD2D65-5AB6-49D1-A99F-94EFBAF8B2B7}" destId="{3C7CE142-AF36-487A-92B4-6DFA8951D33E}" srcOrd="4" destOrd="0" presId="urn:microsoft.com/office/officeart/2018/2/layout/IconVerticalSolidList"/>
    <dgm:cxn modelId="{3A25EDF5-C1B1-432F-92C1-297CC81B6753}" type="presParOf" srcId="{3C7CE142-AF36-487A-92B4-6DFA8951D33E}" destId="{4C86916C-0B37-4FF0-87B0-DDBD34374EA6}" srcOrd="0" destOrd="0" presId="urn:microsoft.com/office/officeart/2018/2/layout/IconVerticalSolidList"/>
    <dgm:cxn modelId="{458028DD-856F-43F6-B238-584F16E4B660}" type="presParOf" srcId="{3C7CE142-AF36-487A-92B4-6DFA8951D33E}" destId="{A4E04D70-B120-4C94-9F12-89548807F32A}" srcOrd="1" destOrd="0" presId="urn:microsoft.com/office/officeart/2018/2/layout/IconVerticalSolidList"/>
    <dgm:cxn modelId="{775768D6-C70B-4767-A8B0-1CEBED581DF8}" type="presParOf" srcId="{3C7CE142-AF36-487A-92B4-6DFA8951D33E}" destId="{2535940A-969D-4B91-B6D3-46305DAB2135}" srcOrd="2" destOrd="0" presId="urn:microsoft.com/office/officeart/2018/2/layout/IconVerticalSolidList"/>
    <dgm:cxn modelId="{938D89ED-E336-43B0-B5DC-ACD77714E267}" type="presParOf" srcId="{3C7CE142-AF36-487A-92B4-6DFA8951D33E}" destId="{B71B532A-17D7-488B-ACE5-8E2BD3E5B6D9}" srcOrd="3" destOrd="0" presId="urn:microsoft.com/office/officeart/2018/2/layout/IconVerticalSolidList"/>
    <dgm:cxn modelId="{BC1E505A-7AD6-4B8F-9E1E-59C2D833C5C3}" type="presParOf" srcId="{62BD2D65-5AB6-49D1-A99F-94EFBAF8B2B7}" destId="{07A96867-409C-4A9A-B2E8-B647BE3BE33D}" srcOrd="5" destOrd="0" presId="urn:microsoft.com/office/officeart/2018/2/layout/IconVerticalSolidList"/>
    <dgm:cxn modelId="{FE06D269-3CCA-4E32-97FE-9BE046292725}" type="presParOf" srcId="{62BD2D65-5AB6-49D1-A99F-94EFBAF8B2B7}" destId="{C9DA92B6-3F05-484E-8517-54A7B05BD985}" srcOrd="6" destOrd="0" presId="urn:microsoft.com/office/officeart/2018/2/layout/IconVerticalSolidList"/>
    <dgm:cxn modelId="{A325CBC1-2623-457C-91B5-0979CEE1481F}" type="presParOf" srcId="{C9DA92B6-3F05-484E-8517-54A7B05BD985}" destId="{E0C8B9A5-311A-4BE3-8BE6-2B732CAB635C}" srcOrd="0" destOrd="0" presId="urn:microsoft.com/office/officeart/2018/2/layout/IconVerticalSolidList"/>
    <dgm:cxn modelId="{24912254-76AD-4819-B018-A09B27BC50E9}" type="presParOf" srcId="{C9DA92B6-3F05-484E-8517-54A7B05BD985}" destId="{F9933B15-FD3D-4FC1-9109-B4D9F1EEE36E}" srcOrd="1" destOrd="0" presId="urn:microsoft.com/office/officeart/2018/2/layout/IconVerticalSolidList"/>
    <dgm:cxn modelId="{3CD1DBDB-6D1A-4DC7-97B3-CB9D971EFBC5}" type="presParOf" srcId="{C9DA92B6-3F05-484E-8517-54A7B05BD985}" destId="{65D76BD1-1B73-49CC-9224-38F9B5B7125F}" srcOrd="2" destOrd="0" presId="urn:microsoft.com/office/officeart/2018/2/layout/IconVerticalSolidList"/>
    <dgm:cxn modelId="{F386EAF9-A5AB-472C-B5F0-5714940929F5}" type="presParOf" srcId="{C9DA92B6-3F05-484E-8517-54A7B05BD985}" destId="{E7AC6E9C-EF10-4C7B-9F3F-00FCF37ED2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38C69D-A01E-4478-992C-F440A8C6FB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6734728-88DA-449C-90AD-AA49AE0420DF}">
      <dgm:prSet/>
      <dgm:spPr/>
      <dgm:t>
        <a:bodyPr/>
        <a:lstStyle/>
        <a:p>
          <a:r>
            <a:rPr lang="en-ID" b="1"/>
            <a:t>Skenario:</a:t>
          </a:r>
          <a:r>
            <a:rPr lang="en-ID"/>
            <a:t> Fasilitator akan menunjukkan cara membuat aturan outbound yang memungkinkan </a:t>
          </a:r>
          <a:r>
            <a:rPr lang="en-ID" b="1"/>
            <a:t>cmd.exe</a:t>
          </a:r>
          <a:r>
            <a:rPr lang="en-ID"/>
            <a:t> untuk terhubung ke mana saja.</a:t>
          </a:r>
          <a:endParaRPr lang="en-US"/>
        </a:p>
      </dgm:t>
    </dgm:pt>
    <dgm:pt modelId="{B99BF72B-3436-4ABB-9B9A-038BFF8AD181}" type="parTrans" cxnId="{F2E8A790-0C25-4BDD-9328-3AFE4E727C53}">
      <dgm:prSet/>
      <dgm:spPr/>
      <dgm:t>
        <a:bodyPr/>
        <a:lstStyle/>
        <a:p>
          <a:endParaRPr lang="en-US"/>
        </a:p>
      </dgm:t>
    </dgm:pt>
    <dgm:pt modelId="{EAF1820E-EC86-49EA-B49F-AC05941D0E79}" type="sibTrans" cxnId="{F2E8A790-0C25-4BDD-9328-3AFE4E727C53}">
      <dgm:prSet/>
      <dgm:spPr/>
      <dgm:t>
        <a:bodyPr/>
        <a:lstStyle/>
        <a:p>
          <a:endParaRPr lang="en-US"/>
        </a:p>
      </dgm:t>
    </dgm:pt>
    <dgm:pt modelId="{BEB705A2-8763-45B6-8336-B8A7D734CF61}">
      <dgm:prSet/>
      <dgm:spPr/>
      <dgm:t>
        <a:bodyPr/>
        <a:lstStyle/>
        <a:p>
          <a:r>
            <a:rPr lang="en-ID" b="1"/>
            <a:t>Implikasi:</a:t>
          </a:r>
          <a:r>
            <a:rPr lang="en-ID"/>
            <a:t> Sebuah malware bisa menjalankan perintah </a:t>
          </a:r>
          <a:r>
            <a:rPr lang="en-ID" b="1"/>
            <a:t>cmd.exe powershell -c "Invoke-Expression(...)"</a:t>
          </a:r>
          <a:r>
            <a:rPr lang="en-ID"/>
            <a:t> untuk mengunduh payload lebih lanjut, dan firewall akan mengizinkannya karena </a:t>
          </a:r>
          <a:r>
            <a:rPr lang="en-ID" b="1"/>
            <a:t>cmd.exe</a:t>
          </a:r>
          <a:r>
            <a:rPr lang="en-ID"/>
            <a:t> diizinkan.</a:t>
          </a:r>
          <a:endParaRPr lang="en-US"/>
        </a:p>
      </dgm:t>
    </dgm:pt>
    <dgm:pt modelId="{F49FE1ED-51A7-45B5-AE06-5AE9819C4343}" type="parTrans" cxnId="{0E646EB3-643A-41ED-983B-3D9082EE8B7B}">
      <dgm:prSet/>
      <dgm:spPr/>
      <dgm:t>
        <a:bodyPr/>
        <a:lstStyle/>
        <a:p>
          <a:endParaRPr lang="en-US"/>
        </a:p>
      </dgm:t>
    </dgm:pt>
    <dgm:pt modelId="{6E53B764-7BAA-4977-8299-D0F5548260B0}" type="sibTrans" cxnId="{0E646EB3-643A-41ED-983B-3D9082EE8B7B}">
      <dgm:prSet/>
      <dgm:spPr/>
      <dgm:t>
        <a:bodyPr/>
        <a:lstStyle/>
        <a:p>
          <a:endParaRPr lang="en-US"/>
        </a:p>
      </dgm:t>
    </dgm:pt>
    <dgm:pt modelId="{4F65BD62-77B4-4925-9077-10C7D4566032}" type="pres">
      <dgm:prSet presAssocID="{9E38C69D-A01E-4478-992C-F440A8C6FB2E}" presName="root" presStyleCnt="0">
        <dgm:presLayoutVars>
          <dgm:dir/>
          <dgm:resizeHandles val="exact"/>
        </dgm:presLayoutVars>
      </dgm:prSet>
      <dgm:spPr/>
    </dgm:pt>
    <dgm:pt modelId="{D7F6F3D1-0FDE-4EA0-9B66-466404DBCB03}" type="pres">
      <dgm:prSet presAssocID="{66734728-88DA-449C-90AD-AA49AE0420DF}" presName="compNode" presStyleCnt="0"/>
      <dgm:spPr/>
    </dgm:pt>
    <dgm:pt modelId="{68666582-56BE-4565-B5A8-74D65BEE5FDE}" type="pres">
      <dgm:prSet presAssocID="{66734728-88DA-449C-90AD-AA49AE0420DF}" presName="bgRect" presStyleLbl="bgShp" presStyleIdx="0" presStyleCnt="2"/>
      <dgm:spPr/>
    </dgm:pt>
    <dgm:pt modelId="{13D98D04-DDA3-486E-B1E2-038B737638A9}" type="pres">
      <dgm:prSet presAssocID="{66734728-88DA-449C-90AD-AA49AE0420D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F583D8AC-C2B7-47DD-8497-A265B743BDD0}" type="pres">
      <dgm:prSet presAssocID="{66734728-88DA-449C-90AD-AA49AE0420DF}" presName="spaceRect" presStyleCnt="0"/>
      <dgm:spPr/>
    </dgm:pt>
    <dgm:pt modelId="{A7572CB5-AE13-47F0-860E-678064723C52}" type="pres">
      <dgm:prSet presAssocID="{66734728-88DA-449C-90AD-AA49AE0420DF}" presName="parTx" presStyleLbl="revTx" presStyleIdx="0" presStyleCnt="2">
        <dgm:presLayoutVars>
          <dgm:chMax val="0"/>
          <dgm:chPref val="0"/>
        </dgm:presLayoutVars>
      </dgm:prSet>
      <dgm:spPr/>
    </dgm:pt>
    <dgm:pt modelId="{35C6E22E-D26B-4696-9B19-40D9E56EDCEE}" type="pres">
      <dgm:prSet presAssocID="{EAF1820E-EC86-49EA-B49F-AC05941D0E79}" presName="sibTrans" presStyleCnt="0"/>
      <dgm:spPr/>
    </dgm:pt>
    <dgm:pt modelId="{4245B44E-AC6E-44C0-B3DE-493F22F89F72}" type="pres">
      <dgm:prSet presAssocID="{BEB705A2-8763-45B6-8336-B8A7D734CF61}" presName="compNode" presStyleCnt="0"/>
      <dgm:spPr/>
    </dgm:pt>
    <dgm:pt modelId="{D0990638-4457-4853-A414-D8260CB0BABE}" type="pres">
      <dgm:prSet presAssocID="{BEB705A2-8763-45B6-8336-B8A7D734CF61}" presName="bgRect" presStyleLbl="bgShp" presStyleIdx="1" presStyleCnt="2"/>
      <dgm:spPr/>
    </dgm:pt>
    <dgm:pt modelId="{57C74D75-0B08-4DAF-B935-BA6D6677BADF}" type="pres">
      <dgm:prSet presAssocID="{BEB705A2-8763-45B6-8336-B8A7D734CF6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FDE4C40C-1B25-4143-AEB9-9C858647E214}" type="pres">
      <dgm:prSet presAssocID="{BEB705A2-8763-45B6-8336-B8A7D734CF61}" presName="spaceRect" presStyleCnt="0"/>
      <dgm:spPr/>
    </dgm:pt>
    <dgm:pt modelId="{70368568-3BA7-4A76-BADF-8173506DAF44}" type="pres">
      <dgm:prSet presAssocID="{BEB705A2-8763-45B6-8336-B8A7D734CF6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5C98100-1521-4453-A167-1D6C05005BA0}" type="presOf" srcId="{9E38C69D-A01E-4478-992C-F440A8C6FB2E}" destId="{4F65BD62-77B4-4925-9077-10C7D4566032}" srcOrd="0" destOrd="0" presId="urn:microsoft.com/office/officeart/2018/2/layout/IconVerticalSolidList"/>
    <dgm:cxn modelId="{DF65166B-ABE7-42D2-9D8D-0C39AB12170E}" type="presOf" srcId="{66734728-88DA-449C-90AD-AA49AE0420DF}" destId="{A7572CB5-AE13-47F0-860E-678064723C52}" srcOrd="0" destOrd="0" presId="urn:microsoft.com/office/officeart/2018/2/layout/IconVerticalSolidList"/>
    <dgm:cxn modelId="{5CCC677E-1FA5-4A56-A0D6-BCA7C2ACCF53}" type="presOf" srcId="{BEB705A2-8763-45B6-8336-B8A7D734CF61}" destId="{70368568-3BA7-4A76-BADF-8173506DAF44}" srcOrd="0" destOrd="0" presId="urn:microsoft.com/office/officeart/2018/2/layout/IconVerticalSolidList"/>
    <dgm:cxn modelId="{F2E8A790-0C25-4BDD-9328-3AFE4E727C53}" srcId="{9E38C69D-A01E-4478-992C-F440A8C6FB2E}" destId="{66734728-88DA-449C-90AD-AA49AE0420DF}" srcOrd="0" destOrd="0" parTransId="{B99BF72B-3436-4ABB-9B9A-038BFF8AD181}" sibTransId="{EAF1820E-EC86-49EA-B49F-AC05941D0E79}"/>
    <dgm:cxn modelId="{0E646EB3-643A-41ED-983B-3D9082EE8B7B}" srcId="{9E38C69D-A01E-4478-992C-F440A8C6FB2E}" destId="{BEB705A2-8763-45B6-8336-B8A7D734CF61}" srcOrd="1" destOrd="0" parTransId="{F49FE1ED-51A7-45B5-AE06-5AE9819C4343}" sibTransId="{6E53B764-7BAA-4977-8299-D0F5548260B0}"/>
    <dgm:cxn modelId="{24A7823A-3F0F-4784-B438-1D09C16BABF0}" type="presParOf" srcId="{4F65BD62-77B4-4925-9077-10C7D4566032}" destId="{D7F6F3D1-0FDE-4EA0-9B66-466404DBCB03}" srcOrd="0" destOrd="0" presId="urn:microsoft.com/office/officeart/2018/2/layout/IconVerticalSolidList"/>
    <dgm:cxn modelId="{AC9742FD-A09F-4C03-BA73-9569300D7713}" type="presParOf" srcId="{D7F6F3D1-0FDE-4EA0-9B66-466404DBCB03}" destId="{68666582-56BE-4565-B5A8-74D65BEE5FDE}" srcOrd="0" destOrd="0" presId="urn:microsoft.com/office/officeart/2018/2/layout/IconVerticalSolidList"/>
    <dgm:cxn modelId="{01FFE292-B3B3-4DF0-AD25-20EC2D1F9BF0}" type="presParOf" srcId="{D7F6F3D1-0FDE-4EA0-9B66-466404DBCB03}" destId="{13D98D04-DDA3-486E-B1E2-038B737638A9}" srcOrd="1" destOrd="0" presId="urn:microsoft.com/office/officeart/2018/2/layout/IconVerticalSolidList"/>
    <dgm:cxn modelId="{E88C42E2-6758-4889-A3AB-4B0D52C6AC0C}" type="presParOf" srcId="{D7F6F3D1-0FDE-4EA0-9B66-466404DBCB03}" destId="{F583D8AC-C2B7-47DD-8497-A265B743BDD0}" srcOrd="2" destOrd="0" presId="urn:microsoft.com/office/officeart/2018/2/layout/IconVerticalSolidList"/>
    <dgm:cxn modelId="{E17F08E4-61FD-4F8F-B511-705125EF607D}" type="presParOf" srcId="{D7F6F3D1-0FDE-4EA0-9B66-466404DBCB03}" destId="{A7572CB5-AE13-47F0-860E-678064723C52}" srcOrd="3" destOrd="0" presId="urn:microsoft.com/office/officeart/2018/2/layout/IconVerticalSolidList"/>
    <dgm:cxn modelId="{CAF6ADA3-9292-407F-9D96-62559309CCED}" type="presParOf" srcId="{4F65BD62-77B4-4925-9077-10C7D4566032}" destId="{35C6E22E-D26B-4696-9B19-40D9E56EDCEE}" srcOrd="1" destOrd="0" presId="urn:microsoft.com/office/officeart/2018/2/layout/IconVerticalSolidList"/>
    <dgm:cxn modelId="{9676760A-9010-4654-ABD8-9F636075D5F2}" type="presParOf" srcId="{4F65BD62-77B4-4925-9077-10C7D4566032}" destId="{4245B44E-AC6E-44C0-B3DE-493F22F89F72}" srcOrd="2" destOrd="0" presId="urn:microsoft.com/office/officeart/2018/2/layout/IconVerticalSolidList"/>
    <dgm:cxn modelId="{7495CA8B-48B9-499F-885E-C30D0FEBCF89}" type="presParOf" srcId="{4245B44E-AC6E-44C0-B3DE-493F22F89F72}" destId="{D0990638-4457-4853-A414-D8260CB0BABE}" srcOrd="0" destOrd="0" presId="urn:microsoft.com/office/officeart/2018/2/layout/IconVerticalSolidList"/>
    <dgm:cxn modelId="{9D144362-7CB4-45AE-A4FB-41A2458E6051}" type="presParOf" srcId="{4245B44E-AC6E-44C0-B3DE-493F22F89F72}" destId="{57C74D75-0B08-4DAF-B935-BA6D6677BADF}" srcOrd="1" destOrd="0" presId="urn:microsoft.com/office/officeart/2018/2/layout/IconVerticalSolidList"/>
    <dgm:cxn modelId="{F5925F38-931C-4134-B0A7-D10120241B09}" type="presParOf" srcId="{4245B44E-AC6E-44C0-B3DE-493F22F89F72}" destId="{FDE4C40C-1B25-4143-AEB9-9C858647E214}" srcOrd="2" destOrd="0" presId="urn:microsoft.com/office/officeart/2018/2/layout/IconVerticalSolidList"/>
    <dgm:cxn modelId="{55B7695D-9FB1-44F2-881A-54DEFC5707D3}" type="presParOf" srcId="{4245B44E-AC6E-44C0-B3DE-493F22F89F72}" destId="{70368568-3BA7-4A76-BADF-8173506DAF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2A410C-45EF-4D82-85F3-B66861A37B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16F953A-7C78-4EF3-BAFB-D50DECDBC97C}">
      <dgm:prSet/>
      <dgm:spPr/>
      <dgm:t>
        <a:bodyPr/>
        <a:lstStyle/>
        <a:p>
          <a:r>
            <a:rPr lang="en-ID" b="1"/>
            <a:t>Prinsip Least Privilege:</a:t>
          </a:r>
          <a:r>
            <a:rPr lang="en-ID"/>
            <a:t> Hanya izinkan port dan aplikasi yang benar-benar diperlukan.</a:t>
          </a:r>
          <a:endParaRPr lang="en-US"/>
        </a:p>
      </dgm:t>
    </dgm:pt>
    <dgm:pt modelId="{0FF35B58-859C-4EF5-B666-087A3C204BC3}" type="parTrans" cxnId="{B863D0F0-CFE3-4674-A2AF-C535B716EEFD}">
      <dgm:prSet/>
      <dgm:spPr/>
      <dgm:t>
        <a:bodyPr/>
        <a:lstStyle/>
        <a:p>
          <a:endParaRPr lang="en-US"/>
        </a:p>
      </dgm:t>
    </dgm:pt>
    <dgm:pt modelId="{5DB57082-2D30-4653-A76A-6BA96D6B8863}" type="sibTrans" cxnId="{B863D0F0-CFE3-4674-A2AF-C535B716EEFD}">
      <dgm:prSet/>
      <dgm:spPr/>
      <dgm:t>
        <a:bodyPr/>
        <a:lstStyle/>
        <a:p>
          <a:endParaRPr lang="en-US"/>
        </a:p>
      </dgm:t>
    </dgm:pt>
    <dgm:pt modelId="{0CF90786-135F-46A8-8897-8709C75A4FBA}">
      <dgm:prSet/>
      <dgm:spPr/>
      <dgm:t>
        <a:bodyPr/>
        <a:lstStyle/>
        <a:p>
          <a:r>
            <a:rPr lang="en-ID" b="1"/>
            <a:t>Monitoring Log:</a:t>
          </a:r>
          <a:r>
            <a:rPr lang="en-ID"/>
            <a:t> Aktifkan dan secara rutin periksa log Windows Firewall untuk koneksi yang mencurigakan.</a:t>
          </a:r>
          <a:endParaRPr lang="en-US"/>
        </a:p>
      </dgm:t>
    </dgm:pt>
    <dgm:pt modelId="{53CFA2CD-D4D5-4585-B1D1-D0A9B072BD2E}" type="parTrans" cxnId="{4FA9DC13-5411-44A4-BF93-8E0C5215A1B7}">
      <dgm:prSet/>
      <dgm:spPr/>
      <dgm:t>
        <a:bodyPr/>
        <a:lstStyle/>
        <a:p>
          <a:endParaRPr lang="en-US"/>
        </a:p>
      </dgm:t>
    </dgm:pt>
    <dgm:pt modelId="{6DEE471B-AA59-4B51-9C70-55F19897F0E1}" type="sibTrans" cxnId="{4FA9DC13-5411-44A4-BF93-8E0C5215A1B7}">
      <dgm:prSet/>
      <dgm:spPr/>
      <dgm:t>
        <a:bodyPr/>
        <a:lstStyle/>
        <a:p>
          <a:endParaRPr lang="en-US"/>
        </a:p>
      </dgm:t>
    </dgm:pt>
    <dgm:pt modelId="{108CB073-734C-4CBB-B5C3-2D411A8F0CB9}">
      <dgm:prSet/>
      <dgm:spPr/>
      <dgm:t>
        <a:bodyPr/>
        <a:lstStyle/>
        <a:p>
          <a:r>
            <a:rPr lang="en-ID" b="1"/>
            <a:t>Gunakan Host-based IPS (HIPS):</a:t>
          </a:r>
          <a:r>
            <a:rPr lang="en-ID"/>
            <a:t> Solusi seperti Sysmon, atau Endpoint Detection and Response (EDR) bisa mendeteksi aktivitas proses yang mencurigakan, meskipun firewall mengizinkannya.</a:t>
          </a:r>
          <a:endParaRPr lang="en-US"/>
        </a:p>
      </dgm:t>
    </dgm:pt>
    <dgm:pt modelId="{11972CAC-FFDB-418B-9816-D6AEE6520845}" type="parTrans" cxnId="{7F2941BC-E247-4BE3-8EC6-0166E994E549}">
      <dgm:prSet/>
      <dgm:spPr/>
      <dgm:t>
        <a:bodyPr/>
        <a:lstStyle/>
        <a:p>
          <a:endParaRPr lang="en-US"/>
        </a:p>
      </dgm:t>
    </dgm:pt>
    <dgm:pt modelId="{168A4A11-B580-4EE2-B6FD-C1796FA5C61E}" type="sibTrans" cxnId="{7F2941BC-E247-4BE3-8EC6-0166E994E549}">
      <dgm:prSet/>
      <dgm:spPr/>
      <dgm:t>
        <a:bodyPr/>
        <a:lstStyle/>
        <a:p>
          <a:endParaRPr lang="en-US"/>
        </a:p>
      </dgm:t>
    </dgm:pt>
    <dgm:pt modelId="{24572272-4254-4C98-AE2A-92600DF22427}">
      <dgm:prSet/>
      <dgm:spPr/>
      <dgm:t>
        <a:bodyPr/>
        <a:lstStyle/>
        <a:p>
          <a:r>
            <a:rPr lang="en-ID" b="1"/>
            <a:t>Audit Konfigurasi Rutin:</a:t>
          </a:r>
          <a:r>
            <a:rPr lang="en-ID"/>
            <a:t> Gunakan tools seperti PowerShell (</a:t>
          </a:r>
          <a:r>
            <a:rPr lang="en-ID" b="1"/>
            <a:t>Get-NetFirewallRule</a:t>
          </a:r>
          <a:r>
            <a:rPr lang="en-ID"/>
            <a:t>) untuk mengeksport dan menganalisis semua aturan.</a:t>
          </a:r>
          <a:endParaRPr lang="en-US"/>
        </a:p>
      </dgm:t>
    </dgm:pt>
    <dgm:pt modelId="{D7969253-5319-4B00-8422-41E22A192373}" type="parTrans" cxnId="{4A91B666-B234-4247-81B8-DB9C210A9411}">
      <dgm:prSet/>
      <dgm:spPr/>
      <dgm:t>
        <a:bodyPr/>
        <a:lstStyle/>
        <a:p>
          <a:endParaRPr lang="en-US"/>
        </a:p>
      </dgm:t>
    </dgm:pt>
    <dgm:pt modelId="{7BD9DFE1-CC77-4123-9331-1C6B07CAF63B}" type="sibTrans" cxnId="{4A91B666-B234-4247-81B8-DB9C210A9411}">
      <dgm:prSet/>
      <dgm:spPr/>
      <dgm:t>
        <a:bodyPr/>
        <a:lstStyle/>
        <a:p>
          <a:endParaRPr lang="en-US"/>
        </a:p>
      </dgm:t>
    </dgm:pt>
    <dgm:pt modelId="{8EEDB9A0-7098-475E-A5B7-550FB97BAE1E}" type="pres">
      <dgm:prSet presAssocID="{6F2A410C-45EF-4D82-85F3-B66861A37B12}" presName="root" presStyleCnt="0">
        <dgm:presLayoutVars>
          <dgm:dir/>
          <dgm:resizeHandles val="exact"/>
        </dgm:presLayoutVars>
      </dgm:prSet>
      <dgm:spPr/>
    </dgm:pt>
    <dgm:pt modelId="{28F1EE95-B2DF-43A3-BACE-D3A36A52C643}" type="pres">
      <dgm:prSet presAssocID="{F16F953A-7C78-4EF3-BAFB-D50DECDBC97C}" presName="compNode" presStyleCnt="0"/>
      <dgm:spPr/>
    </dgm:pt>
    <dgm:pt modelId="{E1854C6B-B177-4E2A-A68B-F41FE34ECA58}" type="pres">
      <dgm:prSet presAssocID="{F16F953A-7C78-4EF3-BAFB-D50DECDBC97C}" presName="bgRect" presStyleLbl="bgShp" presStyleIdx="0" presStyleCnt="4"/>
      <dgm:spPr/>
    </dgm:pt>
    <dgm:pt modelId="{7D164C12-45F2-466C-BEC2-0B772C1E6CF9}" type="pres">
      <dgm:prSet presAssocID="{F16F953A-7C78-4EF3-BAFB-D50DECDBC9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6A4FE7A8-9A80-4ACE-B756-A7C4F3507339}" type="pres">
      <dgm:prSet presAssocID="{F16F953A-7C78-4EF3-BAFB-D50DECDBC97C}" presName="spaceRect" presStyleCnt="0"/>
      <dgm:spPr/>
    </dgm:pt>
    <dgm:pt modelId="{8C5A13B4-EABD-426D-97EF-607479B42EF4}" type="pres">
      <dgm:prSet presAssocID="{F16F953A-7C78-4EF3-BAFB-D50DECDBC97C}" presName="parTx" presStyleLbl="revTx" presStyleIdx="0" presStyleCnt="4">
        <dgm:presLayoutVars>
          <dgm:chMax val="0"/>
          <dgm:chPref val="0"/>
        </dgm:presLayoutVars>
      </dgm:prSet>
      <dgm:spPr/>
    </dgm:pt>
    <dgm:pt modelId="{55A785A7-9481-4CEE-8BD0-0846DE665DD6}" type="pres">
      <dgm:prSet presAssocID="{5DB57082-2D30-4653-A76A-6BA96D6B8863}" presName="sibTrans" presStyleCnt="0"/>
      <dgm:spPr/>
    </dgm:pt>
    <dgm:pt modelId="{D4442594-1B3F-40C4-A1DA-E6BF74F7AC96}" type="pres">
      <dgm:prSet presAssocID="{0CF90786-135F-46A8-8897-8709C75A4FBA}" presName="compNode" presStyleCnt="0"/>
      <dgm:spPr/>
    </dgm:pt>
    <dgm:pt modelId="{F41F4A0A-7255-4DF1-A409-620F1EDAFA69}" type="pres">
      <dgm:prSet presAssocID="{0CF90786-135F-46A8-8897-8709C75A4FBA}" presName="bgRect" presStyleLbl="bgShp" presStyleIdx="1" presStyleCnt="4"/>
      <dgm:spPr/>
    </dgm:pt>
    <dgm:pt modelId="{C1B8B99D-52BC-47B6-BD4C-45EF0B4FE2D2}" type="pres">
      <dgm:prSet presAssocID="{0CF90786-135F-46A8-8897-8709C75A4F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7BF36DF-FCB8-4E47-8FBE-CFFC55853B46}" type="pres">
      <dgm:prSet presAssocID="{0CF90786-135F-46A8-8897-8709C75A4FBA}" presName="spaceRect" presStyleCnt="0"/>
      <dgm:spPr/>
    </dgm:pt>
    <dgm:pt modelId="{AA8EC80C-3C2E-471A-A52D-3DF606842891}" type="pres">
      <dgm:prSet presAssocID="{0CF90786-135F-46A8-8897-8709C75A4FBA}" presName="parTx" presStyleLbl="revTx" presStyleIdx="1" presStyleCnt="4">
        <dgm:presLayoutVars>
          <dgm:chMax val="0"/>
          <dgm:chPref val="0"/>
        </dgm:presLayoutVars>
      </dgm:prSet>
      <dgm:spPr/>
    </dgm:pt>
    <dgm:pt modelId="{BD974650-F1F9-4169-A9FA-A408ABB5CE5B}" type="pres">
      <dgm:prSet presAssocID="{6DEE471B-AA59-4B51-9C70-55F19897F0E1}" presName="sibTrans" presStyleCnt="0"/>
      <dgm:spPr/>
    </dgm:pt>
    <dgm:pt modelId="{7ED727B0-869E-48E5-8C22-C4EC24774FC1}" type="pres">
      <dgm:prSet presAssocID="{108CB073-734C-4CBB-B5C3-2D411A8F0CB9}" presName="compNode" presStyleCnt="0"/>
      <dgm:spPr/>
    </dgm:pt>
    <dgm:pt modelId="{03E8F526-8D14-4B2E-9DF8-883E2D32C1E7}" type="pres">
      <dgm:prSet presAssocID="{108CB073-734C-4CBB-B5C3-2D411A8F0CB9}" presName="bgRect" presStyleLbl="bgShp" presStyleIdx="2" presStyleCnt="4"/>
      <dgm:spPr/>
    </dgm:pt>
    <dgm:pt modelId="{8989BDD9-3AAB-4286-AF35-8729B9A2F53C}" type="pres">
      <dgm:prSet presAssocID="{108CB073-734C-4CBB-B5C3-2D411A8F0C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C3A913E-1F6C-4630-8211-9C3A65F76325}" type="pres">
      <dgm:prSet presAssocID="{108CB073-734C-4CBB-B5C3-2D411A8F0CB9}" presName="spaceRect" presStyleCnt="0"/>
      <dgm:spPr/>
    </dgm:pt>
    <dgm:pt modelId="{E0D83710-56CA-4B15-97C1-15D4696CF45A}" type="pres">
      <dgm:prSet presAssocID="{108CB073-734C-4CBB-B5C3-2D411A8F0CB9}" presName="parTx" presStyleLbl="revTx" presStyleIdx="2" presStyleCnt="4">
        <dgm:presLayoutVars>
          <dgm:chMax val="0"/>
          <dgm:chPref val="0"/>
        </dgm:presLayoutVars>
      </dgm:prSet>
      <dgm:spPr/>
    </dgm:pt>
    <dgm:pt modelId="{4E22556E-57D3-4199-AF1A-202B7C3B3FDA}" type="pres">
      <dgm:prSet presAssocID="{168A4A11-B580-4EE2-B6FD-C1796FA5C61E}" presName="sibTrans" presStyleCnt="0"/>
      <dgm:spPr/>
    </dgm:pt>
    <dgm:pt modelId="{7C1F24F8-4876-4377-83B3-4592B8442856}" type="pres">
      <dgm:prSet presAssocID="{24572272-4254-4C98-AE2A-92600DF22427}" presName="compNode" presStyleCnt="0"/>
      <dgm:spPr/>
    </dgm:pt>
    <dgm:pt modelId="{4B1B8881-1F86-4DB6-9C23-92C2B376008B}" type="pres">
      <dgm:prSet presAssocID="{24572272-4254-4C98-AE2A-92600DF22427}" presName="bgRect" presStyleLbl="bgShp" presStyleIdx="3" presStyleCnt="4"/>
      <dgm:spPr/>
    </dgm:pt>
    <dgm:pt modelId="{23606138-4C70-4FDC-A6B7-50D4EE1928D7}" type="pres">
      <dgm:prSet presAssocID="{24572272-4254-4C98-AE2A-92600DF224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20391B2-3FD9-418D-8D66-4A52BEE338DB}" type="pres">
      <dgm:prSet presAssocID="{24572272-4254-4C98-AE2A-92600DF22427}" presName="spaceRect" presStyleCnt="0"/>
      <dgm:spPr/>
    </dgm:pt>
    <dgm:pt modelId="{6A3444DB-7189-4E10-827A-24FA9FEB271A}" type="pres">
      <dgm:prSet presAssocID="{24572272-4254-4C98-AE2A-92600DF2242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3727C0E-A96C-4022-B7AF-9E313271D6B4}" type="presOf" srcId="{108CB073-734C-4CBB-B5C3-2D411A8F0CB9}" destId="{E0D83710-56CA-4B15-97C1-15D4696CF45A}" srcOrd="0" destOrd="0" presId="urn:microsoft.com/office/officeart/2018/2/layout/IconVerticalSolidList"/>
    <dgm:cxn modelId="{4FA9DC13-5411-44A4-BF93-8E0C5215A1B7}" srcId="{6F2A410C-45EF-4D82-85F3-B66861A37B12}" destId="{0CF90786-135F-46A8-8897-8709C75A4FBA}" srcOrd="1" destOrd="0" parTransId="{53CFA2CD-D4D5-4585-B1D1-D0A9B072BD2E}" sibTransId="{6DEE471B-AA59-4B51-9C70-55F19897F0E1}"/>
    <dgm:cxn modelId="{1BC4BE24-B014-42D2-9394-462EC3858E37}" type="presOf" srcId="{F16F953A-7C78-4EF3-BAFB-D50DECDBC97C}" destId="{8C5A13B4-EABD-426D-97EF-607479B42EF4}" srcOrd="0" destOrd="0" presId="urn:microsoft.com/office/officeart/2018/2/layout/IconVerticalSolidList"/>
    <dgm:cxn modelId="{2D82085C-C2C8-4E98-9574-5A1CCB065F64}" type="presOf" srcId="{6F2A410C-45EF-4D82-85F3-B66861A37B12}" destId="{8EEDB9A0-7098-475E-A5B7-550FB97BAE1E}" srcOrd="0" destOrd="0" presId="urn:microsoft.com/office/officeart/2018/2/layout/IconVerticalSolidList"/>
    <dgm:cxn modelId="{4A91B666-B234-4247-81B8-DB9C210A9411}" srcId="{6F2A410C-45EF-4D82-85F3-B66861A37B12}" destId="{24572272-4254-4C98-AE2A-92600DF22427}" srcOrd="3" destOrd="0" parTransId="{D7969253-5319-4B00-8422-41E22A192373}" sibTransId="{7BD9DFE1-CC77-4123-9331-1C6B07CAF63B}"/>
    <dgm:cxn modelId="{CE0DAF89-CFAF-46B7-AA92-804BEA6270E8}" type="presOf" srcId="{0CF90786-135F-46A8-8897-8709C75A4FBA}" destId="{AA8EC80C-3C2E-471A-A52D-3DF606842891}" srcOrd="0" destOrd="0" presId="urn:microsoft.com/office/officeart/2018/2/layout/IconVerticalSolidList"/>
    <dgm:cxn modelId="{7F2941BC-E247-4BE3-8EC6-0166E994E549}" srcId="{6F2A410C-45EF-4D82-85F3-B66861A37B12}" destId="{108CB073-734C-4CBB-B5C3-2D411A8F0CB9}" srcOrd="2" destOrd="0" parTransId="{11972CAC-FFDB-418B-9816-D6AEE6520845}" sibTransId="{168A4A11-B580-4EE2-B6FD-C1796FA5C61E}"/>
    <dgm:cxn modelId="{20709DBE-C75D-4934-8A23-7BC5EED72D0D}" type="presOf" srcId="{24572272-4254-4C98-AE2A-92600DF22427}" destId="{6A3444DB-7189-4E10-827A-24FA9FEB271A}" srcOrd="0" destOrd="0" presId="urn:microsoft.com/office/officeart/2018/2/layout/IconVerticalSolidList"/>
    <dgm:cxn modelId="{B863D0F0-CFE3-4674-A2AF-C535B716EEFD}" srcId="{6F2A410C-45EF-4D82-85F3-B66861A37B12}" destId="{F16F953A-7C78-4EF3-BAFB-D50DECDBC97C}" srcOrd="0" destOrd="0" parTransId="{0FF35B58-859C-4EF5-B666-087A3C204BC3}" sibTransId="{5DB57082-2D30-4653-A76A-6BA96D6B8863}"/>
    <dgm:cxn modelId="{C20EA305-CF6A-4EF7-AA77-D36F13B09DB1}" type="presParOf" srcId="{8EEDB9A0-7098-475E-A5B7-550FB97BAE1E}" destId="{28F1EE95-B2DF-43A3-BACE-D3A36A52C643}" srcOrd="0" destOrd="0" presId="urn:microsoft.com/office/officeart/2018/2/layout/IconVerticalSolidList"/>
    <dgm:cxn modelId="{BD9FD80A-D92B-469D-B325-C26C58A77D9E}" type="presParOf" srcId="{28F1EE95-B2DF-43A3-BACE-D3A36A52C643}" destId="{E1854C6B-B177-4E2A-A68B-F41FE34ECA58}" srcOrd="0" destOrd="0" presId="urn:microsoft.com/office/officeart/2018/2/layout/IconVerticalSolidList"/>
    <dgm:cxn modelId="{9F5D1566-DBF0-4C44-9D78-F309E77DDC57}" type="presParOf" srcId="{28F1EE95-B2DF-43A3-BACE-D3A36A52C643}" destId="{7D164C12-45F2-466C-BEC2-0B772C1E6CF9}" srcOrd="1" destOrd="0" presId="urn:microsoft.com/office/officeart/2018/2/layout/IconVerticalSolidList"/>
    <dgm:cxn modelId="{6A5C17CE-EB57-4138-8094-E300312060D0}" type="presParOf" srcId="{28F1EE95-B2DF-43A3-BACE-D3A36A52C643}" destId="{6A4FE7A8-9A80-4ACE-B756-A7C4F3507339}" srcOrd="2" destOrd="0" presId="urn:microsoft.com/office/officeart/2018/2/layout/IconVerticalSolidList"/>
    <dgm:cxn modelId="{D00D0E43-5634-4D6F-8034-CB03AF050718}" type="presParOf" srcId="{28F1EE95-B2DF-43A3-BACE-D3A36A52C643}" destId="{8C5A13B4-EABD-426D-97EF-607479B42EF4}" srcOrd="3" destOrd="0" presId="urn:microsoft.com/office/officeart/2018/2/layout/IconVerticalSolidList"/>
    <dgm:cxn modelId="{A6C490D5-A422-47D8-8B43-B11CC7BAB6DC}" type="presParOf" srcId="{8EEDB9A0-7098-475E-A5B7-550FB97BAE1E}" destId="{55A785A7-9481-4CEE-8BD0-0846DE665DD6}" srcOrd="1" destOrd="0" presId="urn:microsoft.com/office/officeart/2018/2/layout/IconVerticalSolidList"/>
    <dgm:cxn modelId="{7BB9BBA7-53B1-4C67-8318-63367D626884}" type="presParOf" srcId="{8EEDB9A0-7098-475E-A5B7-550FB97BAE1E}" destId="{D4442594-1B3F-40C4-A1DA-E6BF74F7AC96}" srcOrd="2" destOrd="0" presId="urn:microsoft.com/office/officeart/2018/2/layout/IconVerticalSolidList"/>
    <dgm:cxn modelId="{A36AABDD-50E7-4B4B-BA70-EC7A2832EE74}" type="presParOf" srcId="{D4442594-1B3F-40C4-A1DA-E6BF74F7AC96}" destId="{F41F4A0A-7255-4DF1-A409-620F1EDAFA69}" srcOrd="0" destOrd="0" presId="urn:microsoft.com/office/officeart/2018/2/layout/IconVerticalSolidList"/>
    <dgm:cxn modelId="{7B61E596-4EBB-46BE-9499-049208D7DE60}" type="presParOf" srcId="{D4442594-1B3F-40C4-A1DA-E6BF74F7AC96}" destId="{C1B8B99D-52BC-47B6-BD4C-45EF0B4FE2D2}" srcOrd="1" destOrd="0" presId="urn:microsoft.com/office/officeart/2018/2/layout/IconVerticalSolidList"/>
    <dgm:cxn modelId="{69EB4CC9-B81C-4C40-BACA-5E4856D46EB6}" type="presParOf" srcId="{D4442594-1B3F-40C4-A1DA-E6BF74F7AC96}" destId="{17BF36DF-FCB8-4E47-8FBE-CFFC55853B46}" srcOrd="2" destOrd="0" presId="urn:microsoft.com/office/officeart/2018/2/layout/IconVerticalSolidList"/>
    <dgm:cxn modelId="{5B8CA574-AA1F-439F-9A8A-BEF223A89E59}" type="presParOf" srcId="{D4442594-1B3F-40C4-A1DA-E6BF74F7AC96}" destId="{AA8EC80C-3C2E-471A-A52D-3DF606842891}" srcOrd="3" destOrd="0" presId="urn:microsoft.com/office/officeart/2018/2/layout/IconVerticalSolidList"/>
    <dgm:cxn modelId="{52E5E60C-7ECB-4F8C-8BD3-84DA397A7711}" type="presParOf" srcId="{8EEDB9A0-7098-475E-A5B7-550FB97BAE1E}" destId="{BD974650-F1F9-4169-A9FA-A408ABB5CE5B}" srcOrd="3" destOrd="0" presId="urn:microsoft.com/office/officeart/2018/2/layout/IconVerticalSolidList"/>
    <dgm:cxn modelId="{E57143C3-0E21-4AF8-A083-140C680FFEA0}" type="presParOf" srcId="{8EEDB9A0-7098-475E-A5B7-550FB97BAE1E}" destId="{7ED727B0-869E-48E5-8C22-C4EC24774FC1}" srcOrd="4" destOrd="0" presId="urn:microsoft.com/office/officeart/2018/2/layout/IconVerticalSolidList"/>
    <dgm:cxn modelId="{51462228-BC35-46F4-BA8A-5ABA42B61456}" type="presParOf" srcId="{7ED727B0-869E-48E5-8C22-C4EC24774FC1}" destId="{03E8F526-8D14-4B2E-9DF8-883E2D32C1E7}" srcOrd="0" destOrd="0" presId="urn:microsoft.com/office/officeart/2018/2/layout/IconVerticalSolidList"/>
    <dgm:cxn modelId="{FDC9F315-14F5-4382-953E-86C8066187E2}" type="presParOf" srcId="{7ED727B0-869E-48E5-8C22-C4EC24774FC1}" destId="{8989BDD9-3AAB-4286-AF35-8729B9A2F53C}" srcOrd="1" destOrd="0" presId="urn:microsoft.com/office/officeart/2018/2/layout/IconVerticalSolidList"/>
    <dgm:cxn modelId="{48D1991E-E2C0-4571-AD1A-B3E248C447BF}" type="presParOf" srcId="{7ED727B0-869E-48E5-8C22-C4EC24774FC1}" destId="{2C3A913E-1F6C-4630-8211-9C3A65F76325}" srcOrd="2" destOrd="0" presId="urn:microsoft.com/office/officeart/2018/2/layout/IconVerticalSolidList"/>
    <dgm:cxn modelId="{6AB62B3D-7EA5-410D-887C-6874075FA651}" type="presParOf" srcId="{7ED727B0-869E-48E5-8C22-C4EC24774FC1}" destId="{E0D83710-56CA-4B15-97C1-15D4696CF45A}" srcOrd="3" destOrd="0" presId="urn:microsoft.com/office/officeart/2018/2/layout/IconVerticalSolidList"/>
    <dgm:cxn modelId="{78CA7EC3-8256-4B72-87EE-C563E4257026}" type="presParOf" srcId="{8EEDB9A0-7098-475E-A5B7-550FB97BAE1E}" destId="{4E22556E-57D3-4199-AF1A-202B7C3B3FDA}" srcOrd="5" destOrd="0" presId="urn:microsoft.com/office/officeart/2018/2/layout/IconVerticalSolidList"/>
    <dgm:cxn modelId="{006CA70D-79C9-4B5B-A140-E95AABA88D20}" type="presParOf" srcId="{8EEDB9A0-7098-475E-A5B7-550FB97BAE1E}" destId="{7C1F24F8-4876-4377-83B3-4592B8442856}" srcOrd="6" destOrd="0" presId="urn:microsoft.com/office/officeart/2018/2/layout/IconVerticalSolidList"/>
    <dgm:cxn modelId="{B5B97C51-C166-45FD-9113-2F4802E18761}" type="presParOf" srcId="{7C1F24F8-4876-4377-83B3-4592B8442856}" destId="{4B1B8881-1F86-4DB6-9C23-92C2B376008B}" srcOrd="0" destOrd="0" presId="urn:microsoft.com/office/officeart/2018/2/layout/IconVerticalSolidList"/>
    <dgm:cxn modelId="{21703494-D43F-47A2-AD7B-935D5BD29C9A}" type="presParOf" srcId="{7C1F24F8-4876-4377-83B3-4592B8442856}" destId="{23606138-4C70-4FDC-A6B7-50D4EE1928D7}" srcOrd="1" destOrd="0" presId="urn:microsoft.com/office/officeart/2018/2/layout/IconVerticalSolidList"/>
    <dgm:cxn modelId="{93612C8A-F0A0-4AB7-AE55-357518E1A21B}" type="presParOf" srcId="{7C1F24F8-4876-4377-83B3-4592B8442856}" destId="{620391B2-3FD9-418D-8D66-4A52BEE338DB}" srcOrd="2" destOrd="0" presId="urn:microsoft.com/office/officeart/2018/2/layout/IconVerticalSolidList"/>
    <dgm:cxn modelId="{AA66A8FA-E127-43A9-8A8B-205C65DF6CBF}" type="presParOf" srcId="{7C1F24F8-4876-4377-83B3-4592B8442856}" destId="{6A3444DB-7189-4E10-827A-24FA9FEB27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A38A712-5A2A-4439-A10E-4C416C7806B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73E467-6A34-4199-89F9-2FD967D8DC20}">
      <dgm:prSet/>
      <dgm:spPr/>
      <dgm:t>
        <a:bodyPr/>
        <a:lstStyle/>
        <a:p>
          <a:r>
            <a:rPr lang="en-ID" b="1"/>
            <a:t>Instruksi untuk Peserta:</a:t>
          </a:r>
          <a:endParaRPr lang="en-US"/>
        </a:p>
      </dgm:t>
    </dgm:pt>
    <dgm:pt modelId="{2F3F3569-D059-43E4-B137-69C836AA5DDC}" type="parTrans" cxnId="{A8821D93-429C-48BA-B1C1-C6F6FC7609A2}">
      <dgm:prSet/>
      <dgm:spPr/>
      <dgm:t>
        <a:bodyPr/>
        <a:lstStyle/>
        <a:p>
          <a:endParaRPr lang="en-US"/>
        </a:p>
      </dgm:t>
    </dgm:pt>
    <dgm:pt modelId="{42645AEB-179C-4085-823F-0A37A75D24C9}" type="sibTrans" cxnId="{A8821D93-429C-48BA-B1C1-C6F6FC7609A2}">
      <dgm:prSet/>
      <dgm:spPr/>
      <dgm:t>
        <a:bodyPr/>
        <a:lstStyle/>
        <a:p>
          <a:endParaRPr lang="en-US"/>
        </a:p>
      </dgm:t>
    </dgm:pt>
    <dgm:pt modelId="{713DB0FC-D5AD-446D-B635-44D3C803758A}">
      <dgm:prSet/>
      <dgm:spPr/>
      <dgm:t>
        <a:bodyPr/>
        <a:lstStyle/>
        <a:p>
          <a:r>
            <a:rPr lang="en-ID"/>
            <a:t>Buka Windows Firewall with Advanced Security.</a:t>
          </a:r>
          <a:endParaRPr lang="en-US"/>
        </a:p>
      </dgm:t>
    </dgm:pt>
    <dgm:pt modelId="{5EB6647D-9A01-40CF-8CFE-33273696107F}" type="parTrans" cxnId="{D8FEABD3-1564-4CF3-9D3C-B76DD46F5945}">
      <dgm:prSet/>
      <dgm:spPr/>
      <dgm:t>
        <a:bodyPr/>
        <a:lstStyle/>
        <a:p>
          <a:endParaRPr lang="en-US"/>
        </a:p>
      </dgm:t>
    </dgm:pt>
    <dgm:pt modelId="{7C93A8D3-103D-410D-BBDA-4351E18A70F3}" type="sibTrans" cxnId="{D8FEABD3-1564-4CF3-9D3C-B76DD46F5945}">
      <dgm:prSet/>
      <dgm:spPr/>
      <dgm:t>
        <a:bodyPr/>
        <a:lstStyle/>
        <a:p>
          <a:endParaRPr lang="en-US"/>
        </a:p>
      </dgm:t>
    </dgm:pt>
    <dgm:pt modelId="{94FB8D00-9645-4340-849E-C9F73F1F7703}">
      <dgm:prSet/>
      <dgm:spPr/>
      <dgm:t>
        <a:bodyPr/>
        <a:lstStyle/>
        <a:p>
          <a:r>
            <a:rPr lang="en-ID"/>
            <a:t>Telusuri aturan-aturan Inbound dan Outbound.</a:t>
          </a:r>
          <a:endParaRPr lang="en-US"/>
        </a:p>
      </dgm:t>
    </dgm:pt>
    <dgm:pt modelId="{5BA0308C-5F84-4E7E-BD33-245C237BC850}" type="parTrans" cxnId="{4625E074-A798-4407-866F-29892913080A}">
      <dgm:prSet/>
      <dgm:spPr/>
      <dgm:t>
        <a:bodyPr/>
        <a:lstStyle/>
        <a:p>
          <a:endParaRPr lang="en-US"/>
        </a:p>
      </dgm:t>
    </dgm:pt>
    <dgm:pt modelId="{186F6944-5461-4CD1-B7E7-B0A89BCAA229}" type="sibTrans" cxnId="{4625E074-A798-4407-866F-29892913080A}">
      <dgm:prSet/>
      <dgm:spPr/>
      <dgm:t>
        <a:bodyPr/>
        <a:lstStyle/>
        <a:p>
          <a:endParaRPr lang="en-US"/>
        </a:p>
      </dgm:t>
    </dgm:pt>
    <dgm:pt modelId="{78DDC6B9-A1B6-4B53-8208-2207610F0B51}">
      <dgm:prSet/>
      <dgm:spPr/>
      <dgm:t>
        <a:bodyPr/>
        <a:lstStyle/>
        <a:p>
          <a:r>
            <a:rPr lang="en-ID"/>
            <a:t>Identifikasi minimal 3 aturan yang menurut Anda berisiko atau tidak perlu.</a:t>
          </a:r>
          <a:endParaRPr lang="en-US"/>
        </a:p>
      </dgm:t>
    </dgm:pt>
    <dgm:pt modelId="{BB447955-2691-4639-8166-08571FE9E151}" type="parTrans" cxnId="{0DD32DC9-D395-4969-B773-2D282CEA59CB}">
      <dgm:prSet/>
      <dgm:spPr/>
      <dgm:t>
        <a:bodyPr/>
        <a:lstStyle/>
        <a:p>
          <a:endParaRPr lang="en-US"/>
        </a:p>
      </dgm:t>
    </dgm:pt>
    <dgm:pt modelId="{72D527E3-1349-4C8B-A479-626F9ADA130A}" type="sibTrans" cxnId="{0DD32DC9-D395-4969-B773-2D282CEA59CB}">
      <dgm:prSet/>
      <dgm:spPr/>
      <dgm:t>
        <a:bodyPr/>
        <a:lstStyle/>
        <a:p>
          <a:endParaRPr lang="en-US"/>
        </a:p>
      </dgm:t>
    </dgm:pt>
    <dgm:pt modelId="{6D62BCB1-09BF-4466-B919-5AEDA146DD8A}">
      <dgm:prSet/>
      <dgm:spPr/>
      <dgm:t>
        <a:bodyPr/>
        <a:lstStyle/>
        <a:p>
          <a:r>
            <a:rPr lang="en-ID"/>
            <a:t>(Opsional) Coba buat aturan baru yang sangat spesifik: misalnya, hanya izinkan </a:t>
          </a:r>
          <a:r>
            <a:rPr lang="en-ID" b="1"/>
            <a:t>chrome.exe</a:t>
          </a:r>
          <a:r>
            <a:rPr lang="en-ID"/>
            <a:t> terhubung ke alamat IP tertentu di port 443.</a:t>
          </a:r>
          <a:endParaRPr lang="en-US"/>
        </a:p>
      </dgm:t>
    </dgm:pt>
    <dgm:pt modelId="{22D1E120-96DC-41E5-BBF8-F64502A193B8}" type="parTrans" cxnId="{EA4BDCB0-A00E-4FAF-BEC2-C7CDFA71E2C4}">
      <dgm:prSet/>
      <dgm:spPr/>
      <dgm:t>
        <a:bodyPr/>
        <a:lstStyle/>
        <a:p>
          <a:endParaRPr lang="en-US"/>
        </a:p>
      </dgm:t>
    </dgm:pt>
    <dgm:pt modelId="{D00B077C-E471-4018-B9B6-6A5323997D6E}" type="sibTrans" cxnId="{EA4BDCB0-A00E-4FAF-BEC2-C7CDFA71E2C4}">
      <dgm:prSet/>
      <dgm:spPr/>
      <dgm:t>
        <a:bodyPr/>
        <a:lstStyle/>
        <a:p>
          <a:endParaRPr lang="en-US"/>
        </a:p>
      </dgm:t>
    </dgm:pt>
    <dgm:pt modelId="{3F90CFB7-4A91-4AA2-8091-1D46D5D60876}">
      <dgm:prSet/>
      <dgm:spPr/>
      <dgm:t>
        <a:bodyPr/>
        <a:lstStyle/>
        <a:p>
          <a:r>
            <a:rPr lang="en-ID" b="1"/>
            <a:t>Tujuan:</a:t>
          </a:r>
          <a:r>
            <a:rPr lang="en-ID"/>
            <a:t> </a:t>
          </a:r>
          <a:endParaRPr lang="en-US"/>
        </a:p>
      </dgm:t>
    </dgm:pt>
    <dgm:pt modelId="{0BF6A0E1-7DBE-4CF3-B4FE-CD2C771FC2FC}" type="parTrans" cxnId="{A96B392F-363A-45C6-BCF1-0D27223B0104}">
      <dgm:prSet/>
      <dgm:spPr/>
      <dgm:t>
        <a:bodyPr/>
        <a:lstStyle/>
        <a:p>
          <a:endParaRPr lang="en-US"/>
        </a:p>
      </dgm:t>
    </dgm:pt>
    <dgm:pt modelId="{FF231AE0-772F-48F9-A7BB-D7D2F1D4B0BE}" type="sibTrans" cxnId="{A96B392F-363A-45C6-BCF1-0D27223B0104}">
      <dgm:prSet/>
      <dgm:spPr/>
      <dgm:t>
        <a:bodyPr/>
        <a:lstStyle/>
        <a:p>
          <a:endParaRPr lang="en-US"/>
        </a:p>
      </dgm:t>
    </dgm:pt>
    <dgm:pt modelId="{90D95B91-027C-486C-A3F6-B55431A72B44}">
      <dgm:prSet/>
      <dgm:spPr/>
      <dgm:t>
        <a:bodyPr/>
        <a:lstStyle/>
        <a:p>
          <a:r>
            <a:rPr lang="en-ID"/>
            <a:t>Membiasakan peserta dengan antarmuka dan logika konfigurasi firewall.</a:t>
          </a:r>
          <a:endParaRPr lang="en-US"/>
        </a:p>
      </dgm:t>
    </dgm:pt>
    <dgm:pt modelId="{E78A32F8-00DE-44C4-BD75-50458D7C7060}" type="parTrans" cxnId="{0C37CD8A-F183-4A2E-B67A-3DD07BB32DC3}">
      <dgm:prSet/>
      <dgm:spPr/>
      <dgm:t>
        <a:bodyPr/>
        <a:lstStyle/>
        <a:p>
          <a:endParaRPr lang="en-US"/>
        </a:p>
      </dgm:t>
    </dgm:pt>
    <dgm:pt modelId="{8BC8575D-7A0D-42EE-9B47-3829B0120066}" type="sibTrans" cxnId="{0C37CD8A-F183-4A2E-B67A-3DD07BB32DC3}">
      <dgm:prSet/>
      <dgm:spPr/>
      <dgm:t>
        <a:bodyPr/>
        <a:lstStyle/>
        <a:p>
          <a:endParaRPr lang="en-US"/>
        </a:p>
      </dgm:t>
    </dgm:pt>
    <dgm:pt modelId="{9A4D1E89-C2B2-47B9-8A38-87EDEC81C295}" type="pres">
      <dgm:prSet presAssocID="{7A38A712-5A2A-4439-A10E-4C416C7806B1}" presName="linear" presStyleCnt="0">
        <dgm:presLayoutVars>
          <dgm:animLvl val="lvl"/>
          <dgm:resizeHandles val="exact"/>
        </dgm:presLayoutVars>
      </dgm:prSet>
      <dgm:spPr/>
    </dgm:pt>
    <dgm:pt modelId="{4CB2645A-A536-4E70-88E6-526B8591F06E}" type="pres">
      <dgm:prSet presAssocID="{6973E467-6A34-4199-89F9-2FD967D8DC2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122AF34-3A9D-40DD-925A-7D0097F4D149}" type="pres">
      <dgm:prSet presAssocID="{6973E467-6A34-4199-89F9-2FD967D8DC20}" presName="childText" presStyleLbl="revTx" presStyleIdx="0" presStyleCnt="2">
        <dgm:presLayoutVars>
          <dgm:bulletEnabled val="1"/>
        </dgm:presLayoutVars>
      </dgm:prSet>
      <dgm:spPr/>
    </dgm:pt>
    <dgm:pt modelId="{3BD9A6F3-5952-41BD-B831-3994E4C4D4A4}" type="pres">
      <dgm:prSet presAssocID="{3F90CFB7-4A91-4AA2-8091-1D46D5D6087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B1BA4B0-0F1C-44C8-B129-74C410A8613B}" type="pres">
      <dgm:prSet presAssocID="{3F90CFB7-4A91-4AA2-8091-1D46D5D6087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7028517-5635-4F93-B0FE-CD17E701690B}" type="presOf" srcId="{3F90CFB7-4A91-4AA2-8091-1D46D5D60876}" destId="{3BD9A6F3-5952-41BD-B831-3994E4C4D4A4}" srcOrd="0" destOrd="0" presId="urn:microsoft.com/office/officeart/2005/8/layout/vList2"/>
    <dgm:cxn modelId="{BBC54C2D-56C0-448B-A1CC-758B76F46205}" type="presOf" srcId="{713DB0FC-D5AD-446D-B635-44D3C803758A}" destId="{C122AF34-3A9D-40DD-925A-7D0097F4D149}" srcOrd="0" destOrd="0" presId="urn:microsoft.com/office/officeart/2005/8/layout/vList2"/>
    <dgm:cxn modelId="{A96B392F-363A-45C6-BCF1-0D27223B0104}" srcId="{7A38A712-5A2A-4439-A10E-4C416C7806B1}" destId="{3F90CFB7-4A91-4AA2-8091-1D46D5D60876}" srcOrd="1" destOrd="0" parTransId="{0BF6A0E1-7DBE-4CF3-B4FE-CD2C771FC2FC}" sibTransId="{FF231AE0-772F-48F9-A7BB-D7D2F1D4B0BE}"/>
    <dgm:cxn modelId="{5716BA5B-1EB0-4F2C-983E-61F4E3775EFD}" type="presOf" srcId="{7A38A712-5A2A-4439-A10E-4C416C7806B1}" destId="{9A4D1E89-C2B2-47B9-8A38-87EDEC81C295}" srcOrd="0" destOrd="0" presId="urn:microsoft.com/office/officeart/2005/8/layout/vList2"/>
    <dgm:cxn modelId="{4625E074-A798-4407-866F-29892913080A}" srcId="{6973E467-6A34-4199-89F9-2FD967D8DC20}" destId="{94FB8D00-9645-4340-849E-C9F73F1F7703}" srcOrd="1" destOrd="0" parTransId="{5BA0308C-5F84-4E7E-BD33-245C237BC850}" sibTransId="{186F6944-5461-4CD1-B7E7-B0A89BCAA229}"/>
    <dgm:cxn modelId="{1FEC7681-506A-401C-83B3-495B317F9718}" type="presOf" srcId="{90D95B91-027C-486C-A3F6-B55431A72B44}" destId="{2B1BA4B0-0F1C-44C8-B129-74C410A8613B}" srcOrd="0" destOrd="0" presId="urn:microsoft.com/office/officeart/2005/8/layout/vList2"/>
    <dgm:cxn modelId="{0C37CD8A-F183-4A2E-B67A-3DD07BB32DC3}" srcId="{3F90CFB7-4A91-4AA2-8091-1D46D5D60876}" destId="{90D95B91-027C-486C-A3F6-B55431A72B44}" srcOrd="0" destOrd="0" parTransId="{E78A32F8-00DE-44C4-BD75-50458D7C7060}" sibTransId="{8BC8575D-7A0D-42EE-9B47-3829B0120066}"/>
    <dgm:cxn modelId="{A8821D93-429C-48BA-B1C1-C6F6FC7609A2}" srcId="{7A38A712-5A2A-4439-A10E-4C416C7806B1}" destId="{6973E467-6A34-4199-89F9-2FD967D8DC20}" srcOrd="0" destOrd="0" parTransId="{2F3F3569-D059-43E4-B137-69C836AA5DDC}" sibTransId="{42645AEB-179C-4085-823F-0A37A75D24C9}"/>
    <dgm:cxn modelId="{7641309B-727A-43C0-B461-B5EBEF29B3A3}" type="presOf" srcId="{6D62BCB1-09BF-4466-B919-5AEDA146DD8A}" destId="{C122AF34-3A9D-40DD-925A-7D0097F4D149}" srcOrd="0" destOrd="3" presId="urn:microsoft.com/office/officeart/2005/8/layout/vList2"/>
    <dgm:cxn modelId="{EA4BDCB0-A00E-4FAF-BEC2-C7CDFA71E2C4}" srcId="{6973E467-6A34-4199-89F9-2FD967D8DC20}" destId="{6D62BCB1-09BF-4466-B919-5AEDA146DD8A}" srcOrd="3" destOrd="0" parTransId="{22D1E120-96DC-41E5-BBF8-F64502A193B8}" sibTransId="{D00B077C-E471-4018-B9B6-6A5323997D6E}"/>
    <dgm:cxn modelId="{B4267BBB-DE62-427E-ACB8-4C8553B7F2BB}" type="presOf" srcId="{6973E467-6A34-4199-89F9-2FD967D8DC20}" destId="{4CB2645A-A536-4E70-88E6-526B8591F06E}" srcOrd="0" destOrd="0" presId="urn:microsoft.com/office/officeart/2005/8/layout/vList2"/>
    <dgm:cxn modelId="{0DD32DC9-D395-4969-B773-2D282CEA59CB}" srcId="{6973E467-6A34-4199-89F9-2FD967D8DC20}" destId="{78DDC6B9-A1B6-4B53-8208-2207610F0B51}" srcOrd="2" destOrd="0" parTransId="{BB447955-2691-4639-8166-08571FE9E151}" sibTransId="{72D527E3-1349-4C8B-A479-626F9ADA130A}"/>
    <dgm:cxn modelId="{6FF43FCE-B663-400B-A9CA-272ABE45D662}" type="presOf" srcId="{94FB8D00-9645-4340-849E-C9F73F1F7703}" destId="{C122AF34-3A9D-40DD-925A-7D0097F4D149}" srcOrd="0" destOrd="1" presId="urn:microsoft.com/office/officeart/2005/8/layout/vList2"/>
    <dgm:cxn modelId="{D8FEABD3-1564-4CF3-9D3C-B76DD46F5945}" srcId="{6973E467-6A34-4199-89F9-2FD967D8DC20}" destId="{713DB0FC-D5AD-446D-B635-44D3C803758A}" srcOrd="0" destOrd="0" parTransId="{5EB6647D-9A01-40CF-8CFE-33273696107F}" sibTransId="{7C93A8D3-103D-410D-BBDA-4351E18A70F3}"/>
    <dgm:cxn modelId="{5CA481E7-6361-4DC9-AC87-F8A74080F464}" type="presOf" srcId="{78DDC6B9-A1B6-4B53-8208-2207610F0B51}" destId="{C122AF34-3A9D-40DD-925A-7D0097F4D149}" srcOrd="0" destOrd="2" presId="urn:microsoft.com/office/officeart/2005/8/layout/vList2"/>
    <dgm:cxn modelId="{C22D3C8F-4D27-4C00-951A-E235BEDF78F0}" type="presParOf" srcId="{9A4D1E89-C2B2-47B9-8A38-87EDEC81C295}" destId="{4CB2645A-A536-4E70-88E6-526B8591F06E}" srcOrd="0" destOrd="0" presId="urn:microsoft.com/office/officeart/2005/8/layout/vList2"/>
    <dgm:cxn modelId="{BEFDCFE9-120A-4C8A-836E-30A7027B73F9}" type="presParOf" srcId="{9A4D1E89-C2B2-47B9-8A38-87EDEC81C295}" destId="{C122AF34-3A9D-40DD-925A-7D0097F4D149}" srcOrd="1" destOrd="0" presId="urn:microsoft.com/office/officeart/2005/8/layout/vList2"/>
    <dgm:cxn modelId="{770EACD2-3AF8-4EB3-8708-244A90F93D5E}" type="presParOf" srcId="{9A4D1E89-C2B2-47B9-8A38-87EDEC81C295}" destId="{3BD9A6F3-5952-41BD-B831-3994E4C4D4A4}" srcOrd="2" destOrd="0" presId="urn:microsoft.com/office/officeart/2005/8/layout/vList2"/>
    <dgm:cxn modelId="{99F68A21-A778-4F2D-B708-0C6DA925BAA4}" type="presParOf" srcId="{9A4D1E89-C2B2-47B9-8A38-87EDEC81C295}" destId="{2B1BA4B0-0F1C-44C8-B129-74C410A8613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DC8E8EB-F65B-47EC-B769-11768FE94E0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512621-B15A-4325-815A-D347D3793D50}">
      <dgm:prSet/>
      <dgm:spPr/>
      <dgm:t>
        <a:bodyPr/>
        <a:lstStyle/>
        <a:p>
          <a:r>
            <a:rPr lang="en-ID" b="1"/>
            <a:t>Ringkasan:</a:t>
          </a:r>
          <a:endParaRPr lang="en-US"/>
        </a:p>
      </dgm:t>
    </dgm:pt>
    <dgm:pt modelId="{4E9EC581-ECED-47D4-984D-981FF968649F}" type="parTrans" cxnId="{1621C2DC-2C90-47BF-B86D-0BE880DE455B}">
      <dgm:prSet/>
      <dgm:spPr/>
      <dgm:t>
        <a:bodyPr/>
        <a:lstStyle/>
        <a:p>
          <a:endParaRPr lang="en-US"/>
        </a:p>
      </dgm:t>
    </dgm:pt>
    <dgm:pt modelId="{B2F94DE0-D913-4316-833F-4400E4563ED3}" type="sibTrans" cxnId="{1621C2DC-2C90-47BF-B86D-0BE880DE455B}">
      <dgm:prSet/>
      <dgm:spPr/>
      <dgm:t>
        <a:bodyPr/>
        <a:lstStyle/>
        <a:p>
          <a:endParaRPr lang="en-US"/>
        </a:p>
      </dgm:t>
    </dgm:pt>
    <dgm:pt modelId="{57A5E5EE-8170-410E-A67E-8B01DB1FD34F}">
      <dgm:prSet/>
      <dgm:spPr/>
      <dgm:t>
        <a:bodyPr/>
        <a:lstStyle/>
        <a:p>
          <a:r>
            <a:rPr lang="en-ID"/>
            <a:t>Perbedaan fundamental antara Firewall (pencegah) dan IDS (pendeteksi).</a:t>
          </a:r>
          <a:endParaRPr lang="en-US"/>
        </a:p>
      </dgm:t>
    </dgm:pt>
    <dgm:pt modelId="{FEE32CF1-8D6D-47B7-9BDA-9B1B2FAD08C9}" type="parTrans" cxnId="{95EF2375-608C-4E1C-8310-86C1A161A405}">
      <dgm:prSet/>
      <dgm:spPr/>
      <dgm:t>
        <a:bodyPr/>
        <a:lstStyle/>
        <a:p>
          <a:endParaRPr lang="en-US"/>
        </a:p>
      </dgm:t>
    </dgm:pt>
    <dgm:pt modelId="{AED01DA7-30E0-48B7-8F11-F32660D4EEE9}" type="sibTrans" cxnId="{95EF2375-608C-4E1C-8310-86C1A161A405}">
      <dgm:prSet/>
      <dgm:spPr/>
      <dgm:t>
        <a:bodyPr/>
        <a:lstStyle/>
        <a:p>
          <a:endParaRPr lang="en-US"/>
        </a:p>
      </dgm:t>
    </dgm:pt>
    <dgm:pt modelId="{BFADCBE2-A234-403F-8F6B-98F0B96C909F}">
      <dgm:prSet/>
      <dgm:spPr/>
      <dgm:t>
        <a:bodyPr/>
        <a:lstStyle/>
        <a:p>
          <a:r>
            <a:rPr lang="en-ID"/>
            <a:t>Motivasi di balik teknik evasi.</a:t>
          </a:r>
          <a:endParaRPr lang="en-US"/>
        </a:p>
      </dgm:t>
    </dgm:pt>
    <dgm:pt modelId="{E8975020-C6CB-4CCB-A5FD-B22B1D6FC206}" type="parTrans" cxnId="{56BAAC7F-2252-43E3-A28B-2B0544F8CC66}">
      <dgm:prSet/>
      <dgm:spPr/>
      <dgm:t>
        <a:bodyPr/>
        <a:lstStyle/>
        <a:p>
          <a:endParaRPr lang="en-US"/>
        </a:p>
      </dgm:t>
    </dgm:pt>
    <dgm:pt modelId="{57D120F0-F1DD-4AA1-AD8C-B28D391535B6}" type="sibTrans" cxnId="{56BAAC7F-2252-43E3-A28B-2B0544F8CC66}">
      <dgm:prSet/>
      <dgm:spPr/>
      <dgm:t>
        <a:bodyPr/>
        <a:lstStyle/>
        <a:p>
          <a:endParaRPr lang="en-US"/>
        </a:p>
      </dgm:t>
    </dgm:pt>
    <dgm:pt modelId="{D8A2075A-1F0D-418D-880B-680C973057EC}">
      <dgm:prSet/>
      <dgm:spPr/>
      <dgm:t>
        <a:bodyPr/>
        <a:lstStyle/>
        <a:p>
          <a:r>
            <a:rPr lang="en-ID"/>
            <a:t>Konfigurasi, keterbatasan, dan cara membobol Windows Firewall.</a:t>
          </a:r>
          <a:endParaRPr lang="en-US"/>
        </a:p>
      </dgm:t>
    </dgm:pt>
    <dgm:pt modelId="{ED048B75-FA02-4BC8-B8E5-28EA3F6C0643}" type="parTrans" cxnId="{F6001391-3E78-4494-9B72-DD4429255CF7}">
      <dgm:prSet/>
      <dgm:spPr/>
      <dgm:t>
        <a:bodyPr/>
        <a:lstStyle/>
        <a:p>
          <a:endParaRPr lang="en-US"/>
        </a:p>
      </dgm:t>
    </dgm:pt>
    <dgm:pt modelId="{F604C5C1-6DE4-4046-86BE-EBC79359E8A8}" type="sibTrans" cxnId="{F6001391-3E78-4494-9B72-DD4429255CF7}">
      <dgm:prSet/>
      <dgm:spPr/>
      <dgm:t>
        <a:bodyPr/>
        <a:lstStyle/>
        <a:p>
          <a:endParaRPr lang="en-US"/>
        </a:p>
      </dgm:t>
    </dgm:pt>
    <dgm:pt modelId="{EB2912C4-1CA7-423B-83E5-F2937DF95D18}">
      <dgm:prSet/>
      <dgm:spPr/>
      <dgm:t>
        <a:bodyPr/>
        <a:lstStyle/>
        <a:p>
          <a:r>
            <a:rPr lang="en-ID"/>
            <a:t>Best practices untuk mengamankan Windows Firewall.</a:t>
          </a:r>
          <a:endParaRPr lang="en-US"/>
        </a:p>
      </dgm:t>
    </dgm:pt>
    <dgm:pt modelId="{F7193D58-2E8C-4614-8FC1-DEC258CEC4CE}" type="parTrans" cxnId="{3FA562DC-A637-4D9E-95E9-FC5B2737C477}">
      <dgm:prSet/>
      <dgm:spPr/>
      <dgm:t>
        <a:bodyPr/>
        <a:lstStyle/>
        <a:p>
          <a:endParaRPr lang="en-US"/>
        </a:p>
      </dgm:t>
    </dgm:pt>
    <dgm:pt modelId="{BF8FBFF0-DBC7-4292-8E29-0ECA40DFA5FE}" type="sibTrans" cxnId="{3FA562DC-A637-4D9E-95E9-FC5B2737C477}">
      <dgm:prSet/>
      <dgm:spPr/>
      <dgm:t>
        <a:bodyPr/>
        <a:lstStyle/>
        <a:p>
          <a:endParaRPr lang="en-US"/>
        </a:p>
      </dgm:t>
    </dgm:pt>
    <dgm:pt modelId="{28F2478A-AE52-4339-85F7-4FDDF11C5D6E}">
      <dgm:prSet/>
      <dgm:spPr/>
      <dgm:t>
        <a:bodyPr/>
        <a:lstStyle/>
        <a:p>
          <a:r>
            <a:rPr lang="en-ID" b="1"/>
            <a:t>Sesi Tanya Jawab</a:t>
          </a:r>
          <a:endParaRPr lang="en-US"/>
        </a:p>
      </dgm:t>
    </dgm:pt>
    <dgm:pt modelId="{E8475541-936E-4D7C-A09C-24859401E078}" type="parTrans" cxnId="{0EFB498C-C6BA-4580-9313-42ECA49173DD}">
      <dgm:prSet/>
      <dgm:spPr/>
      <dgm:t>
        <a:bodyPr/>
        <a:lstStyle/>
        <a:p>
          <a:endParaRPr lang="en-US"/>
        </a:p>
      </dgm:t>
    </dgm:pt>
    <dgm:pt modelId="{87C0DD9B-D317-49E2-80ED-C23933562288}" type="sibTrans" cxnId="{0EFB498C-C6BA-4580-9313-42ECA49173DD}">
      <dgm:prSet/>
      <dgm:spPr/>
      <dgm:t>
        <a:bodyPr/>
        <a:lstStyle/>
        <a:p>
          <a:endParaRPr lang="en-US"/>
        </a:p>
      </dgm:t>
    </dgm:pt>
    <dgm:pt modelId="{A6C77575-E3FD-4DCF-8F8A-B60571EC4FAA}" type="pres">
      <dgm:prSet presAssocID="{CDC8E8EB-F65B-47EC-B769-11768FE94E0D}" presName="linear" presStyleCnt="0">
        <dgm:presLayoutVars>
          <dgm:animLvl val="lvl"/>
          <dgm:resizeHandles val="exact"/>
        </dgm:presLayoutVars>
      </dgm:prSet>
      <dgm:spPr/>
    </dgm:pt>
    <dgm:pt modelId="{7AAF2A29-D2D7-48B6-B3F9-D4960FECE478}" type="pres">
      <dgm:prSet presAssocID="{1B512621-B15A-4325-815A-D347D3793D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0ABA65-FCCC-4339-AAEA-FA789835F900}" type="pres">
      <dgm:prSet presAssocID="{1B512621-B15A-4325-815A-D347D3793D50}" presName="childText" presStyleLbl="revTx" presStyleIdx="0" presStyleCnt="1">
        <dgm:presLayoutVars>
          <dgm:bulletEnabled val="1"/>
        </dgm:presLayoutVars>
      </dgm:prSet>
      <dgm:spPr/>
    </dgm:pt>
    <dgm:pt modelId="{E3AB7ADB-1A70-4F81-8B1C-EE6EE6529C0A}" type="pres">
      <dgm:prSet presAssocID="{28F2478A-AE52-4339-85F7-4FDDF11C5D6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E1A391D-9FEE-4282-8AA8-9705ECAA3D08}" type="presOf" srcId="{28F2478A-AE52-4339-85F7-4FDDF11C5D6E}" destId="{E3AB7ADB-1A70-4F81-8B1C-EE6EE6529C0A}" srcOrd="0" destOrd="0" presId="urn:microsoft.com/office/officeart/2005/8/layout/vList2"/>
    <dgm:cxn modelId="{5AD35F27-CDDE-4959-A36A-F563BD8FD885}" type="presOf" srcId="{EB2912C4-1CA7-423B-83E5-F2937DF95D18}" destId="{AB0ABA65-FCCC-4339-AAEA-FA789835F900}" srcOrd="0" destOrd="3" presId="urn:microsoft.com/office/officeart/2005/8/layout/vList2"/>
    <dgm:cxn modelId="{B356CB51-38B3-46A7-A0E5-AE4E06798771}" type="presOf" srcId="{57A5E5EE-8170-410E-A67E-8B01DB1FD34F}" destId="{AB0ABA65-FCCC-4339-AAEA-FA789835F900}" srcOrd="0" destOrd="0" presId="urn:microsoft.com/office/officeart/2005/8/layout/vList2"/>
    <dgm:cxn modelId="{95EF2375-608C-4E1C-8310-86C1A161A405}" srcId="{1B512621-B15A-4325-815A-D347D3793D50}" destId="{57A5E5EE-8170-410E-A67E-8B01DB1FD34F}" srcOrd="0" destOrd="0" parTransId="{FEE32CF1-8D6D-47B7-9BDA-9B1B2FAD08C9}" sibTransId="{AED01DA7-30E0-48B7-8F11-F32660D4EEE9}"/>
    <dgm:cxn modelId="{95206D7B-8FCD-4610-B396-DC978EE1BF44}" type="presOf" srcId="{D8A2075A-1F0D-418D-880B-680C973057EC}" destId="{AB0ABA65-FCCC-4339-AAEA-FA789835F900}" srcOrd="0" destOrd="2" presId="urn:microsoft.com/office/officeart/2005/8/layout/vList2"/>
    <dgm:cxn modelId="{E9DD1C7C-7BFB-4846-8477-CF29C9CABBD3}" type="presOf" srcId="{CDC8E8EB-F65B-47EC-B769-11768FE94E0D}" destId="{A6C77575-E3FD-4DCF-8F8A-B60571EC4FAA}" srcOrd="0" destOrd="0" presId="urn:microsoft.com/office/officeart/2005/8/layout/vList2"/>
    <dgm:cxn modelId="{56BAAC7F-2252-43E3-A28B-2B0544F8CC66}" srcId="{1B512621-B15A-4325-815A-D347D3793D50}" destId="{BFADCBE2-A234-403F-8F6B-98F0B96C909F}" srcOrd="1" destOrd="0" parTransId="{E8975020-C6CB-4CCB-A5FD-B22B1D6FC206}" sibTransId="{57D120F0-F1DD-4AA1-AD8C-B28D391535B6}"/>
    <dgm:cxn modelId="{0EFB498C-C6BA-4580-9313-42ECA49173DD}" srcId="{CDC8E8EB-F65B-47EC-B769-11768FE94E0D}" destId="{28F2478A-AE52-4339-85F7-4FDDF11C5D6E}" srcOrd="1" destOrd="0" parTransId="{E8475541-936E-4D7C-A09C-24859401E078}" sibTransId="{87C0DD9B-D317-49E2-80ED-C23933562288}"/>
    <dgm:cxn modelId="{F6001391-3E78-4494-9B72-DD4429255CF7}" srcId="{1B512621-B15A-4325-815A-D347D3793D50}" destId="{D8A2075A-1F0D-418D-880B-680C973057EC}" srcOrd="2" destOrd="0" parTransId="{ED048B75-FA02-4BC8-B8E5-28EA3F6C0643}" sibTransId="{F604C5C1-6DE4-4046-86BE-EBC79359E8A8}"/>
    <dgm:cxn modelId="{79B034AD-BC1F-437E-8DF2-8138B3AC9FAE}" type="presOf" srcId="{1B512621-B15A-4325-815A-D347D3793D50}" destId="{7AAF2A29-D2D7-48B6-B3F9-D4960FECE478}" srcOrd="0" destOrd="0" presId="urn:microsoft.com/office/officeart/2005/8/layout/vList2"/>
    <dgm:cxn modelId="{3FA562DC-A637-4D9E-95E9-FC5B2737C477}" srcId="{1B512621-B15A-4325-815A-D347D3793D50}" destId="{EB2912C4-1CA7-423B-83E5-F2937DF95D18}" srcOrd="3" destOrd="0" parTransId="{F7193D58-2E8C-4614-8FC1-DEC258CEC4CE}" sibTransId="{BF8FBFF0-DBC7-4292-8E29-0ECA40DFA5FE}"/>
    <dgm:cxn modelId="{1621C2DC-2C90-47BF-B86D-0BE880DE455B}" srcId="{CDC8E8EB-F65B-47EC-B769-11768FE94E0D}" destId="{1B512621-B15A-4325-815A-D347D3793D50}" srcOrd="0" destOrd="0" parTransId="{4E9EC581-ECED-47D4-984D-981FF968649F}" sibTransId="{B2F94DE0-D913-4316-833F-4400E4563ED3}"/>
    <dgm:cxn modelId="{D8D20BED-C44C-412A-ACE2-255FD1D6FFF5}" type="presOf" srcId="{BFADCBE2-A234-403F-8F6B-98F0B96C909F}" destId="{AB0ABA65-FCCC-4339-AAEA-FA789835F900}" srcOrd="0" destOrd="1" presId="urn:microsoft.com/office/officeart/2005/8/layout/vList2"/>
    <dgm:cxn modelId="{AE4DDB81-0CD5-43E3-85D8-DCA7002D0770}" type="presParOf" srcId="{A6C77575-E3FD-4DCF-8F8A-B60571EC4FAA}" destId="{7AAF2A29-D2D7-48B6-B3F9-D4960FECE478}" srcOrd="0" destOrd="0" presId="urn:microsoft.com/office/officeart/2005/8/layout/vList2"/>
    <dgm:cxn modelId="{B1F459E6-71B6-48D0-ACC5-FE398D562E8C}" type="presParOf" srcId="{A6C77575-E3FD-4DCF-8F8A-B60571EC4FAA}" destId="{AB0ABA65-FCCC-4339-AAEA-FA789835F900}" srcOrd="1" destOrd="0" presId="urn:microsoft.com/office/officeart/2005/8/layout/vList2"/>
    <dgm:cxn modelId="{739A2296-8BCE-4C0D-A60F-F3D66EE76802}" type="presParOf" srcId="{A6C77575-E3FD-4DCF-8F8A-B60571EC4FAA}" destId="{E3AB7ADB-1A70-4F81-8B1C-EE6EE6529C0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C521F62-9115-4CEA-8564-1285A2485CA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78873E-C304-4A56-8CA0-AB540FC46127}">
      <dgm:prSet/>
      <dgm:spPr/>
      <dgm:t>
        <a:bodyPr/>
        <a:lstStyle/>
        <a:p>
          <a:r>
            <a:rPr lang="en-ID" b="1"/>
            <a:t>Hari Kedua akan fokus pada:</a:t>
          </a:r>
          <a:endParaRPr lang="en-US"/>
        </a:p>
      </dgm:t>
    </dgm:pt>
    <dgm:pt modelId="{0BC9A601-59EE-4062-B332-C3E43744329A}" type="parTrans" cxnId="{BD569586-E119-4434-A478-3AE6DA7052F8}">
      <dgm:prSet/>
      <dgm:spPr/>
      <dgm:t>
        <a:bodyPr/>
        <a:lstStyle/>
        <a:p>
          <a:endParaRPr lang="en-US"/>
        </a:p>
      </dgm:t>
    </dgm:pt>
    <dgm:pt modelId="{91FF2F7F-2466-4DC4-8206-3925765666C8}" type="sibTrans" cxnId="{BD569586-E119-4434-A478-3AE6DA7052F8}">
      <dgm:prSet/>
      <dgm:spPr/>
      <dgm:t>
        <a:bodyPr/>
        <a:lstStyle/>
        <a:p>
          <a:endParaRPr lang="en-US"/>
        </a:p>
      </dgm:t>
    </dgm:pt>
    <dgm:pt modelId="{4ABC6E54-D490-46C2-8C16-9CB84B5A3497}">
      <dgm:prSet/>
      <dgm:spPr/>
      <dgm:t>
        <a:bodyPr/>
        <a:lstStyle/>
        <a:p>
          <a:r>
            <a:rPr lang="en-ID"/>
            <a:t>Membobol Windows IDS (NIDS/HIDS).</a:t>
          </a:r>
          <a:endParaRPr lang="en-US"/>
        </a:p>
      </dgm:t>
    </dgm:pt>
    <dgm:pt modelId="{C1E7A158-1CC0-4D25-8F4B-3F255B4AAA71}" type="parTrans" cxnId="{C606913E-D8A2-49E7-B6C1-0A8FBC639D9B}">
      <dgm:prSet/>
      <dgm:spPr/>
      <dgm:t>
        <a:bodyPr/>
        <a:lstStyle/>
        <a:p>
          <a:endParaRPr lang="en-US"/>
        </a:p>
      </dgm:t>
    </dgm:pt>
    <dgm:pt modelId="{7D14C662-2780-4C89-9800-537FFAF0EA8A}" type="sibTrans" cxnId="{C606913E-D8A2-49E7-B6C1-0A8FBC639D9B}">
      <dgm:prSet/>
      <dgm:spPr/>
      <dgm:t>
        <a:bodyPr/>
        <a:lstStyle/>
        <a:p>
          <a:endParaRPr lang="en-US"/>
        </a:p>
      </dgm:t>
    </dgm:pt>
    <dgm:pt modelId="{198D37AD-C1D7-432A-AD2D-17BCB65A02BD}">
      <dgm:prSet/>
      <dgm:spPr/>
      <dgm:t>
        <a:bodyPr/>
        <a:lstStyle/>
        <a:p>
          <a:r>
            <a:rPr lang="en-ID"/>
            <a:t>Teknik Tunneling untuk mem-bypass firewall (SSH Tunneling, DNS Tunneling).</a:t>
          </a:r>
          <a:endParaRPr lang="en-US"/>
        </a:p>
      </dgm:t>
    </dgm:pt>
    <dgm:pt modelId="{17608975-13F3-4691-B185-9FAAB69DB1B5}" type="parTrans" cxnId="{FA1C85FF-90AB-4AAD-9606-C2483693212D}">
      <dgm:prSet/>
      <dgm:spPr/>
      <dgm:t>
        <a:bodyPr/>
        <a:lstStyle/>
        <a:p>
          <a:endParaRPr lang="en-US"/>
        </a:p>
      </dgm:t>
    </dgm:pt>
    <dgm:pt modelId="{639A406B-46C3-4026-9FC5-DB709303C4FD}" type="sibTrans" cxnId="{FA1C85FF-90AB-4AAD-9606-C2483693212D}">
      <dgm:prSet/>
      <dgm:spPr/>
      <dgm:t>
        <a:bodyPr/>
        <a:lstStyle/>
        <a:p>
          <a:endParaRPr lang="en-US"/>
        </a:p>
      </dgm:t>
    </dgm:pt>
    <dgm:pt modelId="{3C6A8C6A-4B42-4B78-8EAA-E1C4838A82E5}">
      <dgm:prSet/>
      <dgm:spPr/>
      <dgm:t>
        <a:bodyPr/>
        <a:lstStyle/>
        <a:p>
          <a:r>
            <a:rPr lang="en-ID"/>
            <a:t>Praktikum lab yang lebih menantang.</a:t>
          </a:r>
          <a:endParaRPr lang="en-US"/>
        </a:p>
      </dgm:t>
    </dgm:pt>
    <dgm:pt modelId="{0A7BA9E0-9C6A-49A7-AAE7-1ACA72D437A0}" type="parTrans" cxnId="{8E7E46CB-52F1-4C3B-B216-E9EA2818DA11}">
      <dgm:prSet/>
      <dgm:spPr/>
      <dgm:t>
        <a:bodyPr/>
        <a:lstStyle/>
        <a:p>
          <a:endParaRPr lang="en-US"/>
        </a:p>
      </dgm:t>
    </dgm:pt>
    <dgm:pt modelId="{A4925980-B605-48B7-8921-43A754D665A1}" type="sibTrans" cxnId="{8E7E46CB-52F1-4C3B-B216-E9EA2818DA11}">
      <dgm:prSet/>
      <dgm:spPr/>
      <dgm:t>
        <a:bodyPr/>
        <a:lstStyle/>
        <a:p>
          <a:endParaRPr lang="en-US"/>
        </a:p>
      </dgm:t>
    </dgm:pt>
    <dgm:pt modelId="{186D2D04-A56D-4FC1-A811-A633DFF29E74}">
      <dgm:prSet/>
      <dgm:spPr/>
      <dgm:t>
        <a:bodyPr/>
        <a:lstStyle/>
        <a:p>
          <a:r>
            <a:rPr lang="en-ID" b="1"/>
            <a:t>Persiapan:</a:t>
          </a:r>
          <a:r>
            <a:rPr lang="en-ID"/>
            <a:t> Pastikan VM lab Anda sudah siap untuk sesi senin.</a:t>
          </a:r>
          <a:endParaRPr lang="en-US"/>
        </a:p>
      </dgm:t>
    </dgm:pt>
    <dgm:pt modelId="{296D7407-A2B9-4F43-B8B1-236EE59C7E12}" type="parTrans" cxnId="{7C28B808-5054-4C93-8228-C257F99D8E66}">
      <dgm:prSet/>
      <dgm:spPr/>
      <dgm:t>
        <a:bodyPr/>
        <a:lstStyle/>
        <a:p>
          <a:endParaRPr lang="en-US"/>
        </a:p>
      </dgm:t>
    </dgm:pt>
    <dgm:pt modelId="{6CE33908-07E9-4822-B6CA-972766B0CAEA}" type="sibTrans" cxnId="{7C28B808-5054-4C93-8228-C257F99D8E66}">
      <dgm:prSet/>
      <dgm:spPr/>
      <dgm:t>
        <a:bodyPr/>
        <a:lstStyle/>
        <a:p>
          <a:endParaRPr lang="en-US"/>
        </a:p>
      </dgm:t>
    </dgm:pt>
    <dgm:pt modelId="{632A5EB3-0DF3-4DA9-9F79-3821B4E47437}" type="pres">
      <dgm:prSet presAssocID="{BC521F62-9115-4CEA-8564-1285A2485CA9}" presName="linear" presStyleCnt="0">
        <dgm:presLayoutVars>
          <dgm:animLvl val="lvl"/>
          <dgm:resizeHandles val="exact"/>
        </dgm:presLayoutVars>
      </dgm:prSet>
      <dgm:spPr/>
    </dgm:pt>
    <dgm:pt modelId="{754B75B6-25DD-4974-BE85-5BAB8C6A630F}" type="pres">
      <dgm:prSet presAssocID="{2B78873E-C304-4A56-8CA0-AB540FC461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9384D9-12BB-4277-87D8-D722D4F51A9C}" type="pres">
      <dgm:prSet presAssocID="{2B78873E-C304-4A56-8CA0-AB540FC46127}" presName="childText" presStyleLbl="revTx" presStyleIdx="0" presStyleCnt="1">
        <dgm:presLayoutVars>
          <dgm:bulletEnabled val="1"/>
        </dgm:presLayoutVars>
      </dgm:prSet>
      <dgm:spPr/>
    </dgm:pt>
    <dgm:pt modelId="{85F6E783-A236-4607-982F-78DB56FB0114}" type="pres">
      <dgm:prSet presAssocID="{186D2D04-A56D-4FC1-A811-A633DFF29E7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C28B808-5054-4C93-8228-C257F99D8E66}" srcId="{BC521F62-9115-4CEA-8564-1285A2485CA9}" destId="{186D2D04-A56D-4FC1-A811-A633DFF29E74}" srcOrd="1" destOrd="0" parTransId="{296D7407-A2B9-4F43-B8B1-236EE59C7E12}" sibTransId="{6CE33908-07E9-4822-B6CA-972766B0CAEA}"/>
    <dgm:cxn modelId="{4129220A-FED0-470B-B7CF-AF5D7E3BB9CE}" type="presOf" srcId="{2B78873E-C304-4A56-8CA0-AB540FC46127}" destId="{754B75B6-25DD-4974-BE85-5BAB8C6A630F}" srcOrd="0" destOrd="0" presId="urn:microsoft.com/office/officeart/2005/8/layout/vList2"/>
    <dgm:cxn modelId="{C606913E-D8A2-49E7-B6C1-0A8FBC639D9B}" srcId="{2B78873E-C304-4A56-8CA0-AB540FC46127}" destId="{4ABC6E54-D490-46C2-8C16-9CB84B5A3497}" srcOrd="0" destOrd="0" parTransId="{C1E7A158-1CC0-4D25-8F4B-3F255B4AAA71}" sibTransId="{7D14C662-2780-4C89-9800-537FFAF0EA8A}"/>
    <dgm:cxn modelId="{B36A004A-2749-4C82-AB95-0D8565F5BCF2}" type="presOf" srcId="{3C6A8C6A-4B42-4B78-8EAA-E1C4838A82E5}" destId="{CB9384D9-12BB-4277-87D8-D722D4F51A9C}" srcOrd="0" destOrd="2" presId="urn:microsoft.com/office/officeart/2005/8/layout/vList2"/>
    <dgm:cxn modelId="{E321A66A-C391-419A-87EC-4C68DAA5E6EA}" type="presOf" srcId="{4ABC6E54-D490-46C2-8C16-9CB84B5A3497}" destId="{CB9384D9-12BB-4277-87D8-D722D4F51A9C}" srcOrd="0" destOrd="0" presId="urn:microsoft.com/office/officeart/2005/8/layout/vList2"/>
    <dgm:cxn modelId="{449C7C86-CA25-4AFB-8A40-8608EDC69188}" type="presOf" srcId="{BC521F62-9115-4CEA-8564-1285A2485CA9}" destId="{632A5EB3-0DF3-4DA9-9F79-3821B4E47437}" srcOrd="0" destOrd="0" presId="urn:microsoft.com/office/officeart/2005/8/layout/vList2"/>
    <dgm:cxn modelId="{BD569586-E119-4434-A478-3AE6DA7052F8}" srcId="{BC521F62-9115-4CEA-8564-1285A2485CA9}" destId="{2B78873E-C304-4A56-8CA0-AB540FC46127}" srcOrd="0" destOrd="0" parTransId="{0BC9A601-59EE-4062-B332-C3E43744329A}" sibTransId="{91FF2F7F-2466-4DC4-8206-3925765666C8}"/>
    <dgm:cxn modelId="{8E7E46CB-52F1-4C3B-B216-E9EA2818DA11}" srcId="{2B78873E-C304-4A56-8CA0-AB540FC46127}" destId="{3C6A8C6A-4B42-4B78-8EAA-E1C4838A82E5}" srcOrd="2" destOrd="0" parTransId="{0A7BA9E0-9C6A-49A7-AAE7-1ACA72D437A0}" sibTransId="{A4925980-B605-48B7-8921-43A754D665A1}"/>
    <dgm:cxn modelId="{ABDFB9E6-0336-4190-AD2A-C3004F7011FB}" type="presOf" srcId="{198D37AD-C1D7-432A-AD2D-17BCB65A02BD}" destId="{CB9384D9-12BB-4277-87D8-D722D4F51A9C}" srcOrd="0" destOrd="1" presId="urn:microsoft.com/office/officeart/2005/8/layout/vList2"/>
    <dgm:cxn modelId="{0AD586F3-905F-43D0-9A97-56C1DAF6D96A}" type="presOf" srcId="{186D2D04-A56D-4FC1-A811-A633DFF29E74}" destId="{85F6E783-A236-4607-982F-78DB56FB0114}" srcOrd="0" destOrd="0" presId="urn:microsoft.com/office/officeart/2005/8/layout/vList2"/>
    <dgm:cxn modelId="{FA1C85FF-90AB-4AAD-9606-C2483693212D}" srcId="{2B78873E-C304-4A56-8CA0-AB540FC46127}" destId="{198D37AD-C1D7-432A-AD2D-17BCB65A02BD}" srcOrd="1" destOrd="0" parTransId="{17608975-13F3-4691-B185-9FAAB69DB1B5}" sibTransId="{639A406B-46C3-4026-9FC5-DB709303C4FD}"/>
    <dgm:cxn modelId="{1CB113A1-4681-484E-A542-4D2445EB4BF9}" type="presParOf" srcId="{632A5EB3-0DF3-4DA9-9F79-3821B4E47437}" destId="{754B75B6-25DD-4974-BE85-5BAB8C6A630F}" srcOrd="0" destOrd="0" presId="urn:microsoft.com/office/officeart/2005/8/layout/vList2"/>
    <dgm:cxn modelId="{94DFBAAE-D556-4797-9F36-EA4BB7570DC9}" type="presParOf" srcId="{632A5EB3-0DF3-4DA9-9F79-3821B4E47437}" destId="{CB9384D9-12BB-4277-87D8-D722D4F51A9C}" srcOrd="1" destOrd="0" presId="urn:microsoft.com/office/officeart/2005/8/layout/vList2"/>
    <dgm:cxn modelId="{B11B710F-E34F-44F0-9FD5-6F9C785F96DB}" type="presParOf" srcId="{632A5EB3-0DF3-4DA9-9F79-3821B4E47437}" destId="{85F6E783-A236-4607-982F-78DB56FB011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619E7-7D6E-43AF-B2EB-1053DE16E13E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D4A156-D7EF-4CA7-8D64-499A6C718507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45916-99BB-4D5F-B8BA-A28D2003ECD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Modul 1: Dasar-Dasar Keamanan Jaringan (Firewall &amp; IDS)</a:t>
          </a:r>
          <a:endParaRPr lang="en-US" sz="2500" kern="1200"/>
        </a:p>
      </dsp:txBody>
      <dsp:txXfrm>
        <a:off x="1435590" y="531"/>
        <a:ext cx="9080009" cy="1242935"/>
      </dsp:txXfrm>
    </dsp:sp>
    <dsp:sp modelId="{DF546A58-D197-40F9-BD42-F5894496D678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DBD29-F0E7-4701-93E1-50D3D4585C6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8894E-18D0-4B02-AA29-65E9769ECF7A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Modul 2: Pengantar Teknik Evasi</a:t>
          </a:r>
          <a:endParaRPr lang="en-US" sz="2500" kern="1200"/>
        </a:p>
      </dsp:txBody>
      <dsp:txXfrm>
        <a:off x="1435590" y="1554201"/>
        <a:ext cx="9080009" cy="1242935"/>
      </dsp:txXfrm>
    </dsp:sp>
    <dsp:sp modelId="{2079966A-9D73-40D2-88BC-5850CFB50B48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B6018-D21D-4FF0-94CF-8D8A76C7DED8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CBE41-934E-4670-AFBF-AEBDDEAE0A5F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Modul 3: Studi Kasus - Membobol Windows Firewall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B7C5A-0591-4CAD-950D-2F362027A41C}">
      <dsp:nvSpPr>
        <dsp:cNvPr id="0" name=""/>
        <dsp:cNvSpPr/>
      </dsp:nvSpPr>
      <dsp:spPr>
        <a:xfrm>
          <a:off x="0" y="2101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9B9DD6-1D94-4F24-B069-846599D9DFE5}">
      <dsp:nvSpPr>
        <dsp:cNvPr id="0" name=""/>
        <dsp:cNvSpPr/>
      </dsp:nvSpPr>
      <dsp:spPr>
        <a:xfrm>
          <a:off x="0" y="2101"/>
          <a:ext cx="6714744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000" kern="1200"/>
            <a:t>Firewall: Penjaga Gerbang Anda.</a:t>
          </a:r>
          <a:endParaRPr lang="en-US" sz="4000" kern="1200"/>
        </a:p>
      </dsp:txBody>
      <dsp:txXfrm>
        <a:off x="0" y="2101"/>
        <a:ext cx="6714744" cy="1433087"/>
      </dsp:txXfrm>
    </dsp:sp>
    <dsp:sp modelId="{70D5CA42-6D11-4DAB-BC7E-F1BC0F25CDC0}">
      <dsp:nvSpPr>
        <dsp:cNvPr id="0" name=""/>
        <dsp:cNvSpPr/>
      </dsp:nvSpPr>
      <dsp:spPr>
        <a:xfrm>
          <a:off x="0" y="1435188"/>
          <a:ext cx="671474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D7F560-9727-4532-B1C3-A1949396FE89}">
      <dsp:nvSpPr>
        <dsp:cNvPr id="0" name=""/>
        <dsp:cNvSpPr/>
      </dsp:nvSpPr>
      <dsp:spPr>
        <a:xfrm>
          <a:off x="0" y="1435188"/>
          <a:ext cx="6714744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000" kern="1200"/>
            <a:t>Intrusion Detection System (IDS): Sistem Alarm Anda.</a:t>
          </a:r>
          <a:endParaRPr lang="en-US" sz="4000" kern="1200"/>
        </a:p>
      </dsp:txBody>
      <dsp:txXfrm>
        <a:off x="0" y="1435188"/>
        <a:ext cx="6714744" cy="1433087"/>
      </dsp:txXfrm>
    </dsp:sp>
    <dsp:sp modelId="{39CD038C-61D1-4151-B438-76A0B2F4343B}">
      <dsp:nvSpPr>
        <dsp:cNvPr id="0" name=""/>
        <dsp:cNvSpPr/>
      </dsp:nvSpPr>
      <dsp:spPr>
        <a:xfrm>
          <a:off x="0" y="2868276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983DCD-A81F-4CA3-8DDB-A35B8B3E2392}">
      <dsp:nvSpPr>
        <dsp:cNvPr id="0" name=""/>
        <dsp:cNvSpPr/>
      </dsp:nvSpPr>
      <dsp:spPr>
        <a:xfrm>
          <a:off x="0" y="2868276"/>
          <a:ext cx="6714744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000" kern="1200"/>
            <a:t>Perbedaan dan hubungan antara keduanya.</a:t>
          </a:r>
          <a:endParaRPr lang="en-US" sz="4000" kern="1200"/>
        </a:p>
      </dsp:txBody>
      <dsp:txXfrm>
        <a:off x="0" y="2868276"/>
        <a:ext cx="6714744" cy="1433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6237E-744B-48F9-97CA-3782D2DF4641}">
      <dsp:nvSpPr>
        <dsp:cNvPr id="0" name=""/>
        <dsp:cNvSpPr/>
      </dsp:nvSpPr>
      <dsp:spPr>
        <a:xfrm>
          <a:off x="0" y="3295221"/>
          <a:ext cx="7452360" cy="21620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000" kern="1200"/>
            <a:t>Kita akan bahas:</a:t>
          </a:r>
          <a:endParaRPr lang="en-US" sz="4000" kern="1200"/>
        </a:p>
      </dsp:txBody>
      <dsp:txXfrm>
        <a:off x="0" y="3295221"/>
        <a:ext cx="7452360" cy="1167492"/>
      </dsp:txXfrm>
    </dsp:sp>
    <dsp:sp modelId="{11E696E5-678E-4C02-BE04-F97B0A612B1E}">
      <dsp:nvSpPr>
        <dsp:cNvPr id="0" name=""/>
        <dsp:cNvSpPr/>
      </dsp:nvSpPr>
      <dsp:spPr>
        <a:xfrm>
          <a:off x="3638" y="4419473"/>
          <a:ext cx="2481694" cy="9945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900" kern="1200"/>
            <a:t>Konfigurasi dan keterbatasan default Windows Firewall.</a:t>
          </a:r>
          <a:endParaRPr lang="en-US" sz="1900" kern="1200"/>
        </a:p>
      </dsp:txBody>
      <dsp:txXfrm>
        <a:off x="3638" y="4419473"/>
        <a:ext cx="2481694" cy="994530"/>
      </dsp:txXfrm>
    </dsp:sp>
    <dsp:sp modelId="{67CD7222-429C-4498-ABA5-0E8679E92DC7}">
      <dsp:nvSpPr>
        <dsp:cNvPr id="0" name=""/>
        <dsp:cNvSpPr/>
      </dsp:nvSpPr>
      <dsp:spPr>
        <a:xfrm>
          <a:off x="2485332" y="4419473"/>
          <a:ext cx="2481694" cy="99453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900" kern="1200"/>
            <a:t>Teknik spesifik yang digunakan untuk membobolnya.</a:t>
          </a:r>
          <a:endParaRPr lang="en-US" sz="1900" kern="1200"/>
        </a:p>
      </dsp:txBody>
      <dsp:txXfrm>
        <a:off x="2485332" y="4419473"/>
        <a:ext cx="2481694" cy="994530"/>
      </dsp:txXfrm>
    </dsp:sp>
    <dsp:sp modelId="{DA8513E2-97B4-479E-8CC4-12A0904C4FDF}">
      <dsp:nvSpPr>
        <dsp:cNvPr id="0" name=""/>
        <dsp:cNvSpPr/>
      </dsp:nvSpPr>
      <dsp:spPr>
        <a:xfrm>
          <a:off x="4967027" y="4419473"/>
          <a:ext cx="2481694" cy="99453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900" kern="1200"/>
            <a:t>Cara mendeteksi dan mencegah bypass ini.</a:t>
          </a:r>
          <a:endParaRPr lang="en-US" sz="1900" kern="1200"/>
        </a:p>
      </dsp:txBody>
      <dsp:txXfrm>
        <a:off x="4967027" y="4419473"/>
        <a:ext cx="2481694" cy="994530"/>
      </dsp:txXfrm>
    </dsp:sp>
    <dsp:sp modelId="{0D07EAA8-6559-4832-BBF8-7AC4E78F3CE9}">
      <dsp:nvSpPr>
        <dsp:cNvPr id="0" name=""/>
        <dsp:cNvSpPr/>
      </dsp:nvSpPr>
      <dsp:spPr>
        <a:xfrm rot="10800000">
          <a:off x="0" y="2461"/>
          <a:ext cx="7452360" cy="3325190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000" kern="1200"/>
            <a:t>Windows Firewall adalah target umum karena prevalensinya.</a:t>
          </a:r>
          <a:endParaRPr lang="en-US" sz="4000" kern="1200"/>
        </a:p>
      </dsp:txBody>
      <dsp:txXfrm rot="10800000">
        <a:off x="0" y="2461"/>
        <a:ext cx="7452360" cy="21606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5A8463-44BB-44E2-BA43-B54733C3BC97}">
      <dsp:nvSpPr>
        <dsp:cNvPr id="0" name=""/>
        <dsp:cNvSpPr/>
      </dsp:nvSpPr>
      <dsp:spPr>
        <a:xfrm>
          <a:off x="0" y="35869"/>
          <a:ext cx="6651253" cy="6633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700" b="1" kern="1200"/>
            <a:t>Konfigurasi Inti:</a:t>
          </a:r>
          <a:endParaRPr lang="en-US" sz="2700" kern="1200"/>
        </a:p>
      </dsp:txBody>
      <dsp:txXfrm>
        <a:off x="32384" y="68253"/>
        <a:ext cx="6586485" cy="598621"/>
      </dsp:txXfrm>
    </dsp:sp>
    <dsp:sp modelId="{2F22D5C4-05A4-4801-AC07-0E5A5CAB33B3}">
      <dsp:nvSpPr>
        <dsp:cNvPr id="0" name=""/>
        <dsp:cNvSpPr/>
      </dsp:nvSpPr>
      <dsp:spPr>
        <a:xfrm>
          <a:off x="0" y="699259"/>
          <a:ext cx="6651253" cy="1313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177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100" b="1" kern="1200"/>
            <a:t>Profil:</a:t>
          </a:r>
          <a:r>
            <a:rPr lang="en-ID" sz="2100" kern="1200"/>
            <a:t> Domain, Private, Public. Aturan bisa berbeda per profil.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100" b="1" kern="1200"/>
            <a:t>Aturan (Rules):</a:t>
          </a:r>
          <a:r>
            <a:rPr lang="en-ID" sz="2100" kern="1200"/>
            <a:t> Inbound/Outbound, Program/Port, Protokol (TCP/UDP), Allow/Block.</a:t>
          </a:r>
          <a:endParaRPr lang="en-US" sz="2100" kern="1200"/>
        </a:p>
      </dsp:txBody>
      <dsp:txXfrm>
        <a:off x="0" y="699259"/>
        <a:ext cx="6651253" cy="1313414"/>
      </dsp:txXfrm>
    </dsp:sp>
    <dsp:sp modelId="{2A82B2BA-4882-4D47-A974-15D22969286B}">
      <dsp:nvSpPr>
        <dsp:cNvPr id="0" name=""/>
        <dsp:cNvSpPr/>
      </dsp:nvSpPr>
      <dsp:spPr>
        <a:xfrm>
          <a:off x="0" y="2012674"/>
          <a:ext cx="6651253" cy="66338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700" b="1" kern="1200"/>
            <a:t>Keterbatasan Umum:</a:t>
          </a:r>
          <a:endParaRPr lang="en-US" sz="2700" kern="1200"/>
        </a:p>
      </dsp:txBody>
      <dsp:txXfrm>
        <a:off x="32384" y="2045058"/>
        <a:ext cx="6586485" cy="598621"/>
      </dsp:txXfrm>
    </dsp:sp>
    <dsp:sp modelId="{9ECC551D-3C3C-4F8F-B155-B939624B2CD0}">
      <dsp:nvSpPr>
        <dsp:cNvPr id="0" name=""/>
        <dsp:cNvSpPr/>
      </dsp:nvSpPr>
      <dsp:spPr>
        <a:xfrm>
          <a:off x="0" y="2676064"/>
          <a:ext cx="6651253" cy="2626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177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100" kern="1200"/>
            <a:t>Fokus pada port dan protokol, bukan pada </a:t>
          </a:r>
          <a:r>
            <a:rPr lang="en-ID" sz="2100" i="1" kern="1200"/>
            <a:t>payload</a:t>
          </a:r>
          <a:r>
            <a:rPr lang="en-ID" sz="2100" kern="1200"/>
            <a:t> (isi) data.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100" kern="1200"/>
            <a:t>Bisa dinonaktifkan oleh malware dengan hak akses administrator.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100" kern="1200"/>
            <a:t>Konfigurasi yang terlalu longgar (misal: mengizinkan </a:t>
          </a:r>
          <a:r>
            <a:rPr lang="en-ID" sz="2100" b="1" kern="1200"/>
            <a:t>cmd.exe</a:t>
          </a:r>
          <a:r>
            <a:rPr lang="en-ID" sz="2100" kern="1200"/>
            <a:t> atau </a:t>
          </a:r>
          <a:r>
            <a:rPr lang="en-ID" sz="2100" b="1" kern="1200"/>
            <a:t>powershell.exe</a:t>
          </a:r>
          <a:r>
            <a:rPr lang="en-ID" sz="2100" kern="1200"/>
            <a:t> keluar).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100" kern="1200"/>
            <a:t>Tidak memeriksa traffic yang terenkripsi (seperti HTTPS).</a:t>
          </a:r>
          <a:endParaRPr lang="en-US" sz="2100" kern="1200"/>
        </a:p>
      </dsp:txBody>
      <dsp:txXfrm>
        <a:off x="0" y="2676064"/>
        <a:ext cx="6651253" cy="26268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0012F-F209-43C6-AAE8-95F744CA3F0A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E312F-80D9-4FC5-9C49-5947B171224D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A3FC9-C5F3-4BCF-A53B-209A209675D1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/>
            <a:t>1. Menggunakan Port yang Diizinkan:</a:t>
          </a:r>
          <a:r>
            <a:rPr lang="en-ID" sz="2000" kern="1200"/>
            <a:t> Menyembunyikan data C2 (Command and Control) di dalam traffic HTTPS (port 443) yang selalu diizinkan.</a:t>
          </a:r>
          <a:endParaRPr lang="en-US" sz="2000" kern="1200"/>
        </a:p>
      </dsp:txBody>
      <dsp:txXfrm>
        <a:off x="1058686" y="1808"/>
        <a:ext cx="9456913" cy="916611"/>
      </dsp:txXfrm>
    </dsp:sp>
    <dsp:sp modelId="{B833CC90-73DD-49CF-BCF9-6D350C18A681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4F34D-8A38-407E-B107-02E3C535753B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ED473-D581-4165-9E53-B145A03FA0DA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/>
            <a:t>2. Rule Injection:</a:t>
          </a:r>
          <a:r>
            <a:rPr lang="en-ID" sz="2000" kern="1200"/>
            <a:t> Malware menambahkan aturan baru ke firewall untuk mengizinkan aksesnya.</a:t>
          </a:r>
          <a:endParaRPr lang="en-US" sz="2000" kern="1200"/>
        </a:p>
      </dsp:txBody>
      <dsp:txXfrm>
        <a:off x="1058686" y="1147573"/>
        <a:ext cx="9456913" cy="916611"/>
      </dsp:txXfrm>
    </dsp:sp>
    <dsp:sp modelId="{4C86916C-0B37-4FF0-87B0-DDBD34374EA6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04D70-B120-4C94-9F12-89548807F32A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B532A-17D7-488B-ACE5-8E2BD3E5B6D9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/>
            <a:t>3. Disabling the Firewall:</a:t>
          </a:r>
          <a:r>
            <a:rPr lang="en-ID" sz="2000" kern="1200"/>
            <a:t> Menggunakan skrip atau exploit untuk mematikan layanan </a:t>
          </a:r>
          <a:r>
            <a:rPr lang="en-ID" sz="2000" b="1" kern="1200"/>
            <a:t>MpsSvc</a:t>
          </a:r>
          <a:r>
            <a:rPr lang="en-ID" sz="2000" kern="1200"/>
            <a:t>.</a:t>
          </a:r>
          <a:endParaRPr lang="en-US" sz="2000" kern="1200"/>
        </a:p>
      </dsp:txBody>
      <dsp:txXfrm>
        <a:off x="1058686" y="2293338"/>
        <a:ext cx="9456913" cy="916611"/>
      </dsp:txXfrm>
    </dsp:sp>
    <dsp:sp modelId="{E0C8B9A5-311A-4BE3-8BE6-2B732CAB635C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33B15-FD3D-4FC1-9109-B4D9F1EEE36E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C6E9C-EF10-4C7B-9F3F-00FCF37ED27C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/>
            <a:t>4. Leveraging Trusted Applications:</a:t>
          </a:r>
          <a:r>
            <a:rPr lang="en-ID" sz="2000" kern="1200"/>
            <a:t> Menggunakan program yang sudah diizinkan (misal </a:t>
          </a:r>
          <a:r>
            <a:rPr lang="en-ID" sz="2000" b="1" kern="1200"/>
            <a:t>svchost.exe</a:t>
          </a:r>
          <a:r>
            <a:rPr lang="en-ID" sz="2000" kern="1200"/>
            <a:t>) untuk melakukan koneksi jahat (</a:t>
          </a:r>
          <a:r>
            <a:rPr lang="en-ID" sz="2000" i="1" kern="1200"/>
            <a:t>living-off-the-land</a:t>
          </a:r>
          <a:r>
            <a:rPr lang="en-ID" sz="2000" kern="1200"/>
            <a:t>).</a:t>
          </a:r>
          <a:endParaRPr lang="en-US" sz="2000" kern="1200"/>
        </a:p>
      </dsp:txBody>
      <dsp:txXfrm>
        <a:off x="1058686" y="3439103"/>
        <a:ext cx="9456913" cy="9166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66582-56BE-4565-B5A8-74D65BEE5FDE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98D04-DDA3-486E-B1E2-038B737638A9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72CB5-AE13-47F0-860E-678064723C52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Skenario:</a:t>
          </a:r>
          <a:r>
            <a:rPr lang="en-ID" sz="2200" kern="1200"/>
            <a:t> Fasilitator akan menunjukkan cara membuat aturan outbound yang memungkinkan </a:t>
          </a:r>
          <a:r>
            <a:rPr lang="en-ID" sz="2200" b="1" kern="1200"/>
            <a:t>cmd.exe</a:t>
          </a:r>
          <a:r>
            <a:rPr lang="en-ID" sz="2200" kern="1200"/>
            <a:t> untuk terhubung ke mana saja.</a:t>
          </a:r>
          <a:endParaRPr lang="en-US" sz="2200" kern="1200"/>
        </a:p>
      </dsp:txBody>
      <dsp:txXfrm>
        <a:off x="1509882" y="708097"/>
        <a:ext cx="9005717" cy="1307257"/>
      </dsp:txXfrm>
    </dsp:sp>
    <dsp:sp modelId="{D0990638-4457-4853-A414-D8260CB0BABE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74D75-0B08-4DAF-B935-BA6D6677BADF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68568-3BA7-4A76-BADF-8173506DAF44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Implikasi:</a:t>
          </a:r>
          <a:r>
            <a:rPr lang="en-ID" sz="2200" kern="1200"/>
            <a:t> Sebuah malware bisa menjalankan perintah </a:t>
          </a:r>
          <a:r>
            <a:rPr lang="en-ID" sz="2200" b="1" kern="1200"/>
            <a:t>cmd.exe powershell -c "Invoke-Expression(...)"</a:t>
          </a:r>
          <a:r>
            <a:rPr lang="en-ID" sz="2200" kern="1200"/>
            <a:t> untuk mengunduh payload lebih lanjut, dan firewall akan mengizinkannya karena </a:t>
          </a:r>
          <a:r>
            <a:rPr lang="en-ID" sz="2200" b="1" kern="1200"/>
            <a:t>cmd.exe</a:t>
          </a:r>
          <a:r>
            <a:rPr lang="en-ID" sz="2200" kern="1200"/>
            <a:t> diizinkan.</a:t>
          </a:r>
          <a:endParaRPr lang="en-US" sz="2200" kern="1200"/>
        </a:p>
      </dsp:txBody>
      <dsp:txXfrm>
        <a:off x="1509882" y="2342169"/>
        <a:ext cx="9005717" cy="13072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54C6B-B177-4E2A-A68B-F41FE34ECA58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64C12-45F2-466C-BEC2-0B772C1E6CF9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A13B4-EABD-426D-97EF-607479B42EF4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Prinsip Least Privilege:</a:t>
          </a:r>
          <a:r>
            <a:rPr lang="en-ID" sz="1700" kern="1200"/>
            <a:t> Hanya izinkan port dan aplikasi yang benar-benar diperlukan.</a:t>
          </a:r>
          <a:endParaRPr lang="en-US" sz="1700" kern="1200"/>
        </a:p>
      </dsp:txBody>
      <dsp:txXfrm>
        <a:off x="1058686" y="1808"/>
        <a:ext cx="9456913" cy="916611"/>
      </dsp:txXfrm>
    </dsp:sp>
    <dsp:sp modelId="{F41F4A0A-7255-4DF1-A409-620F1EDAFA69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8B99D-52BC-47B6-BD4C-45EF0B4FE2D2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EC80C-3C2E-471A-A52D-3DF606842891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Monitoring Log:</a:t>
          </a:r>
          <a:r>
            <a:rPr lang="en-ID" sz="1700" kern="1200"/>
            <a:t> Aktifkan dan secara rutin periksa log Windows Firewall untuk koneksi yang mencurigakan.</a:t>
          </a:r>
          <a:endParaRPr lang="en-US" sz="1700" kern="1200"/>
        </a:p>
      </dsp:txBody>
      <dsp:txXfrm>
        <a:off x="1058686" y="1147573"/>
        <a:ext cx="9456913" cy="916611"/>
      </dsp:txXfrm>
    </dsp:sp>
    <dsp:sp modelId="{03E8F526-8D14-4B2E-9DF8-883E2D32C1E7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9BDD9-3AAB-4286-AF35-8729B9A2F53C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83710-56CA-4B15-97C1-15D4696CF45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Gunakan Host-based IPS (HIPS):</a:t>
          </a:r>
          <a:r>
            <a:rPr lang="en-ID" sz="1700" kern="1200"/>
            <a:t> Solusi seperti Sysmon, atau Endpoint Detection and Response (EDR) bisa mendeteksi aktivitas proses yang mencurigakan, meskipun firewall mengizinkannya.</a:t>
          </a:r>
          <a:endParaRPr lang="en-US" sz="1700" kern="1200"/>
        </a:p>
      </dsp:txBody>
      <dsp:txXfrm>
        <a:off x="1058686" y="2293338"/>
        <a:ext cx="9456913" cy="916611"/>
      </dsp:txXfrm>
    </dsp:sp>
    <dsp:sp modelId="{4B1B8881-1F86-4DB6-9C23-92C2B376008B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06138-4C70-4FDC-A6B7-50D4EE1928D7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444DB-7189-4E10-827A-24FA9FEB271A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Audit Konfigurasi Rutin:</a:t>
          </a:r>
          <a:r>
            <a:rPr lang="en-ID" sz="1700" kern="1200"/>
            <a:t> Gunakan tools seperti PowerShell (</a:t>
          </a:r>
          <a:r>
            <a:rPr lang="en-ID" sz="1700" b="1" kern="1200"/>
            <a:t>Get-NetFirewallRule</a:t>
          </a:r>
          <a:r>
            <a:rPr lang="en-ID" sz="1700" kern="1200"/>
            <a:t>) untuk mengeksport dan menganalisis semua aturan.</a:t>
          </a:r>
          <a:endParaRPr lang="en-US" sz="1700" kern="1200"/>
        </a:p>
      </dsp:txBody>
      <dsp:txXfrm>
        <a:off x="1058686" y="3439103"/>
        <a:ext cx="9456913" cy="9166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2645A-A536-4E70-88E6-526B8591F06E}">
      <dsp:nvSpPr>
        <dsp:cNvPr id="0" name=""/>
        <dsp:cNvSpPr/>
      </dsp:nvSpPr>
      <dsp:spPr>
        <a:xfrm>
          <a:off x="0" y="19918"/>
          <a:ext cx="7559504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400" b="1" kern="1200"/>
            <a:t>Instruksi untuk Peserta:</a:t>
          </a:r>
          <a:endParaRPr lang="en-US" sz="3400" kern="1200"/>
        </a:p>
      </dsp:txBody>
      <dsp:txXfrm>
        <a:off x="40780" y="60698"/>
        <a:ext cx="7477944" cy="753820"/>
      </dsp:txXfrm>
    </dsp:sp>
    <dsp:sp modelId="{C122AF34-3A9D-40DD-925A-7D0097F4D149}">
      <dsp:nvSpPr>
        <dsp:cNvPr id="0" name=""/>
        <dsp:cNvSpPr/>
      </dsp:nvSpPr>
      <dsp:spPr>
        <a:xfrm>
          <a:off x="0" y="855298"/>
          <a:ext cx="7559504" cy="373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700" kern="1200"/>
            <a:t>Buka Windows Firewall with Advanced Security.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700" kern="1200"/>
            <a:t>Telusuri aturan-aturan Inbound dan Outbound.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700" kern="1200"/>
            <a:t>Identifikasi minimal 3 aturan yang menurut Anda berisiko atau tidak perlu.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700" kern="1200"/>
            <a:t>(Opsional) Coba buat aturan baru yang sangat spesifik: misalnya, hanya izinkan </a:t>
          </a:r>
          <a:r>
            <a:rPr lang="en-ID" sz="2700" b="1" kern="1200"/>
            <a:t>chrome.exe</a:t>
          </a:r>
          <a:r>
            <a:rPr lang="en-ID" sz="2700" kern="1200"/>
            <a:t> terhubung ke alamat IP tertentu di port 443.</a:t>
          </a:r>
          <a:endParaRPr lang="en-US" sz="2700" kern="1200"/>
        </a:p>
      </dsp:txBody>
      <dsp:txXfrm>
        <a:off x="0" y="855298"/>
        <a:ext cx="7559504" cy="3730140"/>
      </dsp:txXfrm>
    </dsp:sp>
    <dsp:sp modelId="{3BD9A6F3-5952-41BD-B831-3994E4C4D4A4}">
      <dsp:nvSpPr>
        <dsp:cNvPr id="0" name=""/>
        <dsp:cNvSpPr/>
      </dsp:nvSpPr>
      <dsp:spPr>
        <a:xfrm>
          <a:off x="0" y="4585438"/>
          <a:ext cx="7559504" cy="8353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400" b="1" kern="1200"/>
            <a:t>Tujuan:</a:t>
          </a:r>
          <a:r>
            <a:rPr lang="en-ID" sz="3400" kern="1200"/>
            <a:t> </a:t>
          </a:r>
          <a:endParaRPr lang="en-US" sz="3400" kern="1200"/>
        </a:p>
      </dsp:txBody>
      <dsp:txXfrm>
        <a:off x="40780" y="4626218"/>
        <a:ext cx="7477944" cy="753820"/>
      </dsp:txXfrm>
    </dsp:sp>
    <dsp:sp modelId="{2B1BA4B0-0F1C-44C8-B129-74C410A8613B}">
      <dsp:nvSpPr>
        <dsp:cNvPr id="0" name=""/>
        <dsp:cNvSpPr/>
      </dsp:nvSpPr>
      <dsp:spPr>
        <a:xfrm>
          <a:off x="0" y="5420818"/>
          <a:ext cx="7559504" cy="84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700" kern="1200"/>
            <a:t>Membiasakan peserta dengan antarmuka dan logika konfigurasi firewall.</a:t>
          </a:r>
          <a:endParaRPr lang="en-US" sz="2700" kern="1200"/>
        </a:p>
      </dsp:txBody>
      <dsp:txXfrm>
        <a:off x="0" y="5420818"/>
        <a:ext cx="7559504" cy="8445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F2A29-D2D7-48B6-B3F9-D4960FECE478}">
      <dsp:nvSpPr>
        <dsp:cNvPr id="0" name=""/>
        <dsp:cNvSpPr/>
      </dsp:nvSpPr>
      <dsp:spPr>
        <a:xfrm>
          <a:off x="0" y="24148"/>
          <a:ext cx="7559504" cy="1031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200" b="1" kern="1200"/>
            <a:t>Ringkasan:</a:t>
          </a:r>
          <a:endParaRPr lang="en-US" sz="4200" kern="1200"/>
        </a:p>
      </dsp:txBody>
      <dsp:txXfrm>
        <a:off x="50375" y="74523"/>
        <a:ext cx="7458754" cy="931190"/>
      </dsp:txXfrm>
    </dsp:sp>
    <dsp:sp modelId="{AB0ABA65-FCCC-4339-AAEA-FA789835F900}">
      <dsp:nvSpPr>
        <dsp:cNvPr id="0" name=""/>
        <dsp:cNvSpPr/>
      </dsp:nvSpPr>
      <dsp:spPr>
        <a:xfrm>
          <a:off x="0" y="1056088"/>
          <a:ext cx="7559504" cy="417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300" kern="1200"/>
            <a:t>Perbedaan fundamental antara Firewall (pencegah) dan IDS (pendeteksi).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300" kern="1200"/>
            <a:t>Motivasi di balik teknik evasi.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300" kern="1200"/>
            <a:t>Konfigurasi, keterbatasan, dan cara membobol Windows Firewall.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300" kern="1200"/>
            <a:t>Best practices untuk mengamankan Windows Firewall.</a:t>
          </a:r>
          <a:endParaRPr lang="en-US" sz="3300" kern="1200"/>
        </a:p>
      </dsp:txBody>
      <dsp:txXfrm>
        <a:off x="0" y="1056088"/>
        <a:ext cx="7559504" cy="4173120"/>
      </dsp:txXfrm>
    </dsp:sp>
    <dsp:sp modelId="{E3AB7ADB-1A70-4F81-8B1C-EE6EE6529C0A}">
      <dsp:nvSpPr>
        <dsp:cNvPr id="0" name=""/>
        <dsp:cNvSpPr/>
      </dsp:nvSpPr>
      <dsp:spPr>
        <a:xfrm>
          <a:off x="0" y="5229208"/>
          <a:ext cx="7559504" cy="10319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200" b="1" kern="1200"/>
            <a:t>Sesi Tanya Jawab</a:t>
          </a:r>
          <a:endParaRPr lang="en-US" sz="4200" kern="1200"/>
        </a:p>
      </dsp:txBody>
      <dsp:txXfrm>
        <a:off x="50375" y="5279583"/>
        <a:ext cx="7458754" cy="9311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B75B6-25DD-4974-BE85-5BAB8C6A630F}">
      <dsp:nvSpPr>
        <dsp:cNvPr id="0" name=""/>
        <dsp:cNvSpPr/>
      </dsp:nvSpPr>
      <dsp:spPr>
        <a:xfrm>
          <a:off x="0" y="642201"/>
          <a:ext cx="7559504" cy="15171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800" b="1" kern="1200"/>
            <a:t>Hari Kedua akan fokus pada:</a:t>
          </a:r>
          <a:endParaRPr lang="en-US" sz="3800" kern="1200"/>
        </a:p>
      </dsp:txBody>
      <dsp:txXfrm>
        <a:off x="74063" y="716264"/>
        <a:ext cx="7411378" cy="1369071"/>
      </dsp:txXfrm>
    </dsp:sp>
    <dsp:sp modelId="{CB9384D9-12BB-4277-87D8-D722D4F51A9C}">
      <dsp:nvSpPr>
        <dsp:cNvPr id="0" name=""/>
        <dsp:cNvSpPr/>
      </dsp:nvSpPr>
      <dsp:spPr>
        <a:xfrm>
          <a:off x="0" y="2159398"/>
          <a:ext cx="7559504" cy="196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000" kern="1200"/>
            <a:t>Membobol Windows IDS (NIDS/HIDS).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000" kern="1200"/>
            <a:t>Teknik Tunneling untuk mem-bypass firewall (SSH Tunneling, DNS Tunneling).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3000" kern="1200"/>
            <a:t>Praktikum lab yang lebih menantang.</a:t>
          </a:r>
          <a:endParaRPr lang="en-US" sz="3000" kern="1200"/>
        </a:p>
      </dsp:txBody>
      <dsp:txXfrm>
        <a:off x="0" y="2159398"/>
        <a:ext cx="7559504" cy="1966500"/>
      </dsp:txXfrm>
    </dsp:sp>
    <dsp:sp modelId="{85F6E783-A236-4607-982F-78DB56FB0114}">
      <dsp:nvSpPr>
        <dsp:cNvPr id="0" name=""/>
        <dsp:cNvSpPr/>
      </dsp:nvSpPr>
      <dsp:spPr>
        <a:xfrm>
          <a:off x="0" y="4125898"/>
          <a:ext cx="7559504" cy="151719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800" b="1" kern="1200"/>
            <a:t>Persiapan:</a:t>
          </a:r>
          <a:r>
            <a:rPr lang="en-ID" sz="3800" kern="1200"/>
            <a:t> Pastikan VM lab Anda sudah siap untuk sesi senin.</a:t>
          </a:r>
          <a:endParaRPr lang="en-US" sz="3800" kern="1200"/>
        </a:p>
      </dsp:txBody>
      <dsp:txXfrm>
        <a:off x="74063" y="4199961"/>
        <a:ext cx="7411378" cy="1369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8B9FE-1724-47C4-87C4-F869A5C13628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91F68-D1A7-4734-BB4F-15D6ACF9DB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43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Fasilitator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Setiap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kelompok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mempresentasikan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diskusinya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singkat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91F68-D1A7-4734-BB4F-15D6ACF9DBC3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2702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Fasilitator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Siapkan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VM Windows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Jelaskan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berbahaya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91F68-D1A7-4734-BB4F-15D6ACF9DBC3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103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Fasilitator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Sediakan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waktu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cukup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menjawab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pertanyaan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Hubungkan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kembali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91F68-D1A7-4734-BB4F-15D6ACF9DBC3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338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D4AE-EA1C-B6DD-EF3E-16BB0C1ED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569C-2F61-6F11-310B-C02391760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4FD8-6B28-82A7-F318-80093249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554BD-1082-B70D-E0C1-116EF3C9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2DB39-6862-499A-1DF3-01CDB1C7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457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58F2-3833-6B3E-F50A-5998CA9F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1570D-6414-A859-E8D9-5AD85E44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7EDE-92CF-C49F-28CA-473A18C7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BDA9-37B4-A165-6D10-4551A98B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1131C-35BF-D16C-8139-3FC7A0D5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718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4F54-CA92-57B7-3D62-E8B5BA6EC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73A10-25A4-CBAF-2011-31AB195FB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BF200-9B54-16AA-8559-0108F6E1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A7AEE-ED57-BD5B-85FE-583FD988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ABC35-2A86-EE30-C733-B0FFE0E7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92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98D0-58CE-187C-E5C4-3F7E2A51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07370-EA67-20C5-54F1-2DE940A1C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AEF5C-025B-1DF3-7211-D103DBB1B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648EE-B33F-DF05-CBD5-504B965A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AB8FB-6E25-CFBD-5A22-279FF4C3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652BD-DE83-2B82-BBC5-A5EA7719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071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FC1B-D875-097F-8D6E-EE43DDA2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73D6F-3238-B19F-3BFB-1AF92060F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406F2-C3FA-FE3F-6638-CE3522BDC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E326B-22DE-4FC3-4720-5C59770E2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5CBAC-F71A-9179-D8CB-3609E8C25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36469-4163-92F7-3922-3807D441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23BB0-B75F-6D33-DFE5-1CEA5EF7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5B519-5827-8FAE-0348-C61757D1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953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E766-D9E9-5499-237F-A1EB988C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8B8C0-DF4E-8F05-64F5-AD318A30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A5E23-4D2D-FF0B-88E0-FBD57592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399EC-7F50-67BA-B7C2-4458F02E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637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65F05-CFE1-74CE-4C60-46005A66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B4E03-EE29-575F-D6E1-1236FC3F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C0593-AF96-A6A3-E8A6-425A00B8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786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F0D7-4A93-4CFA-51CA-1299C580C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D030-9917-BA54-A451-16F03C007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6B622-4776-1F19-EC8F-E4475CA7E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865CB-2E60-20DF-D117-F25A03E4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FFE68-A16C-975E-BCDC-8B53FF77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EEB8E-567A-A222-D266-EACC3DE6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939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23E0-E152-5E89-FDA4-EB3B10A6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2A5B7-F4AC-18E4-35B0-E464BB169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5E0D6-B0A1-C32F-76C1-05561FF09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21CD7-2C48-3190-126B-A19E0465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CAC18-23EB-73D1-B5AB-193BA124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F3FD5-0A8D-D526-6461-7CFDA39B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35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54F4-E13E-2906-F14A-A1094EB8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8DF04-4E2E-7E92-98B1-047EFC021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7508B-FB3C-A8FF-E739-7D3D42D4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FAD8E-13DB-1890-590E-403A18ABE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C32E9-E4DD-DDE0-B5A5-5D96A4B3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361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2AF62-A7DA-D9FA-871B-83CFB54BB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42DB6-D21D-4FB3-09C7-544715238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C7A35-6992-D19C-6960-A9B19C6E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1B8AF-3F1D-B5D9-06B5-F7B098E2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587A-36B4-C29E-E957-CF248C53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173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0C2270-3568-5C98-07D4-531AD36B1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E8399-3C76-4DE8-350E-9F7EBEBF6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466AE-2D70-77C4-9841-2051AF710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65DFB-E376-4A9B-9A3D-82C34864CAAF}" type="datetimeFigureOut">
              <a:rPr lang="en-ID" smtClean="0"/>
              <a:t>21/11/2025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34834-D531-D6F5-D000-15780F16A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D84D5-3C79-3830-BA4D-4974C15D7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1DF58-A038-4E2A-A813-B03FDA818F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719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515C4-F7EA-FF63-DE8F-FED021F0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2800">
                <a:solidFill>
                  <a:schemeClr val="tx2"/>
                </a:solidFill>
              </a:rPr>
              <a:t>Evading IDS and Firewalls: Techniques and Countermeasures</a:t>
            </a:r>
            <a:endParaRPr lang="en-ID" sz="28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F1AC-6AE1-C925-F7DF-87CB6B1AC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ID" sz="2000">
                <a:solidFill>
                  <a:schemeClr val="tx2"/>
                </a:solidFill>
              </a:rPr>
              <a:t>Dasar-Dasar, Konsep, dan Teknik Evasi Fundamental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61656518-11BE-73C5-7CCC-E7869F847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351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92E0-7FDD-FCAE-4576-C38A195D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Hari ini</a:t>
            </a:r>
            <a:endParaRPr lang="en-ID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4883F08-0E11-B50F-46A3-FDE8433041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989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AEE4A-5C7D-9193-E769-498109C6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Tujuan</a:t>
            </a:r>
            <a:endParaRPr lang="en-ID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7F1D-5291-21E0-2A37-51B35D311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mendalam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IDS dan Firewall.</a:t>
            </a:r>
          </a:p>
          <a:p>
            <a:r>
              <a:rPr lang="en-ID" dirty="0"/>
              <a:t>Mampu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evasi</a:t>
            </a:r>
            <a:r>
              <a:rPr lang="en-ID" dirty="0"/>
              <a:t> di </a:t>
            </a:r>
            <a:r>
              <a:rPr lang="en-ID" dirty="0" err="1"/>
              <a:t>jaringan</a:t>
            </a:r>
            <a:r>
              <a:rPr lang="en-ID" dirty="0"/>
              <a:t> Anda.</a:t>
            </a:r>
          </a:p>
          <a:p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kontrol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dan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evasi</a:t>
            </a:r>
            <a:r>
              <a:rPr lang="en-ID" dirty="0"/>
              <a:t>.</a:t>
            </a:r>
          </a:p>
          <a:p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ketahanan</a:t>
            </a:r>
            <a:r>
              <a:rPr lang="en-ID" dirty="0"/>
              <a:t> </a:t>
            </a:r>
            <a:r>
              <a:rPr lang="en-ID" dirty="0" err="1"/>
              <a:t>pertahanan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9948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F9DE2-9A8A-BD36-E2F5-4359F4C4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sv-SE" sz="4000"/>
              <a:t>Modul 1: Apa yang Sebenarnya Kita Lindungi?</a:t>
            </a:r>
            <a:endParaRPr lang="en-ID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DE522-87A0-14C7-6A85-99ECC83DE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68" r="10950" b="1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45D336-A11A-2FDD-5AD6-27E284DF2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068744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719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E2935-9157-F87A-4FC2-80EE72E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FFFFFF"/>
                </a:solidFill>
              </a:rPr>
              <a:t>Firewall: Penjaga Gerbang Jaringan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3F7D4-65C8-FA12-4740-6B26D8AE8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ID" sz="2200" b="1" err="1"/>
              <a:t>Definisi</a:t>
            </a:r>
            <a:r>
              <a:rPr lang="en-ID" sz="2200" b="1"/>
              <a:t>:</a:t>
            </a:r>
            <a:r>
              <a:rPr lang="en-ID" sz="2200"/>
              <a:t> </a:t>
            </a:r>
            <a:r>
              <a:rPr lang="en-ID" sz="2200" err="1"/>
              <a:t>Sistem</a:t>
            </a:r>
            <a:r>
              <a:rPr lang="en-ID" sz="2200"/>
              <a:t> </a:t>
            </a:r>
            <a:r>
              <a:rPr lang="en-ID" sz="2200" err="1"/>
              <a:t>keamanan</a:t>
            </a:r>
            <a:r>
              <a:rPr lang="en-ID" sz="2200"/>
              <a:t> </a:t>
            </a:r>
            <a:r>
              <a:rPr lang="en-ID" sz="2200" err="1"/>
              <a:t>jaringan</a:t>
            </a:r>
            <a:r>
              <a:rPr lang="en-ID" sz="2200"/>
              <a:t> yang </a:t>
            </a:r>
            <a:r>
              <a:rPr lang="en-ID" sz="2200" err="1"/>
              <a:t>memantau</a:t>
            </a:r>
            <a:r>
              <a:rPr lang="en-ID" sz="2200"/>
              <a:t> dan </a:t>
            </a:r>
            <a:r>
              <a:rPr lang="en-ID" sz="2200" err="1"/>
              <a:t>mengontrol</a:t>
            </a:r>
            <a:r>
              <a:rPr lang="en-ID" sz="2200"/>
              <a:t> </a:t>
            </a:r>
            <a:r>
              <a:rPr lang="en-ID" sz="2200" err="1"/>
              <a:t>lalu</a:t>
            </a:r>
            <a:r>
              <a:rPr lang="en-ID" sz="2200"/>
              <a:t> </a:t>
            </a:r>
            <a:r>
              <a:rPr lang="en-ID" sz="2200" err="1"/>
              <a:t>lintas</a:t>
            </a:r>
            <a:r>
              <a:rPr lang="en-ID" sz="2200"/>
              <a:t> </a:t>
            </a:r>
            <a:r>
              <a:rPr lang="en-ID" sz="2200" err="1"/>
              <a:t>jaringan</a:t>
            </a:r>
            <a:r>
              <a:rPr lang="en-ID" sz="2200"/>
              <a:t> </a:t>
            </a:r>
            <a:r>
              <a:rPr lang="en-ID" sz="2200" err="1"/>
              <a:t>masuk</a:t>
            </a:r>
            <a:r>
              <a:rPr lang="en-ID" sz="2200"/>
              <a:t> dan </a:t>
            </a:r>
            <a:r>
              <a:rPr lang="en-ID" sz="2200" err="1"/>
              <a:t>keluar</a:t>
            </a:r>
            <a:r>
              <a:rPr lang="en-ID" sz="2200"/>
              <a:t> </a:t>
            </a:r>
            <a:r>
              <a:rPr lang="en-ID" sz="2200" err="1"/>
              <a:t>berdasarkan</a:t>
            </a:r>
            <a:r>
              <a:rPr lang="en-ID" sz="2200"/>
              <a:t> </a:t>
            </a:r>
            <a:r>
              <a:rPr lang="en-ID" sz="2200" err="1"/>
              <a:t>aturan</a:t>
            </a:r>
            <a:r>
              <a:rPr lang="en-ID" sz="2200"/>
              <a:t> </a:t>
            </a:r>
            <a:r>
              <a:rPr lang="en-ID" sz="2200" err="1"/>
              <a:t>keamanan</a:t>
            </a:r>
            <a:r>
              <a:rPr lang="en-ID" sz="2200"/>
              <a:t> yang </a:t>
            </a:r>
            <a:r>
              <a:rPr lang="en-ID" sz="2200" err="1"/>
              <a:t>telah</a:t>
            </a:r>
            <a:r>
              <a:rPr lang="en-ID" sz="2200"/>
              <a:t> </a:t>
            </a:r>
            <a:r>
              <a:rPr lang="en-ID" sz="2200" err="1"/>
              <a:t>ditentukan</a:t>
            </a:r>
            <a:r>
              <a:rPr lang="en-ID" sz="2200"/>
              <a:t>.</a:t>
            </a:r>
          </a:p>
          <a:p>
            <a:r>
              <a:rPr lang="en-ID" sz="2200" b="1" err="1"/>
              <a:t>Analogi</a:t>
            </a:r>
            <a:r>
              <a:rPr lang="en-ID" sz="2200" b="1"/>
              <a:t>:</a:t>
            </a:r>
            <a:r>
              <a:rPr lang="en-ID" sz="2200"/>
              <a:t> </a:t>
            </a:r>
            <a:r>
              <a:rPr lang="en-ID" sz="2200" err="1"/>
              <a:t>Seperti</a:t>
            </a:r>
            <a:r>
              <a:rPr lang="en-ID" sz="2200"/>
              <a:t> </a:t>
            </a:r>
            <a:r>
              <a:rPr lang="en-ID" sz="2200" err="1"/>
              <a:t>satpam</a:t>
            </a:r>
            <a:r>
              <a:rPr lang="en-ID" sz="2200"/>
              <a:t> di </a:t>
            </a:r>
            <a:r>
              <a:rPr lang="en-ID" sz="2200" err="1"/>
              <a:t>gedung</a:t>
            </a:r>
            <a:r>
              <a:rPr lang="en-ID" sz="2200"/>
              <a:t> yang </a:t>
            </a:r>
            <a:r>
              <a:rPr lang="en-ID" sz="2200" err="1"/>
              <a:t>memeriksa</a:t>
            </a:r>
            <a:r>
              <a:rPr lang="en-ID" sz="2200"/>
              <a:t> ID dan </a:t>
            </a:r>
            <a:r>
              <a:rPr lang="en-ID" sz="2200" err="1"/>
              <a:t>tujuan</a:t>
            </a:r>
            <a:r>
              <a:rPr lang="en-ID" sz="2200"/>
              <a:t> </a:t>
            </a:r>
            <a:r>
              <a:rPr lang="en-ID" sz="2200" err="1"/>
              <a:t>setiap</a:t>
            </a:r>
            <a:r>
              <a:rPr lang="en-ID" sz="2200"/>
              <a:t> orang yang </a:t>
            </a:r>
            <a:r>
              <a:rPr lang="en-ID" sz="2200" err="1"/>
              <a:t>masuk</a:t>
            </a:r>
            <a:r>
              <a:rPr lang="en-ID" sz="2200"/>
              <a:t> dan </a:t>
            </a:r>
            <a:r>
              <a:rPr lang="en-ID" sz="2200" err="1"/>
              <a:t>keluar</a:t>
            </a:r>
            <a:r>
              <a:rPr lang="en-ID" sz="2200"/>
              <a:t>.</a:t>
            </a:r>
          </a:p>
          <a:p>
            <a:r>
              <a:rPr lang="en-ID" sz="2200" b="1" err="1"/>
              <a:t>Fungsi</a:t>
            </a:r>
            <a:r>
              <a:rPr lang="en-ID" sz="2200" b="1"/>
              <a:t> Utama:</a:t>
            </a:r>
            <a:r>
              <a:rPr lang="en-ID" sz="2200"/>
              <a:t> </a:t>
            </a:r>
            <a:r>
              <a:rPr lang="en-ID" sz="2200" err="1"/>
              <a:t>Membuat</a:t>
            </a:r>
            <a:r>
              <a:rPr lang="en-ID" sz="2200"/>
              <a:t> barrier </a:t>
            </a:r>
            <a:r>
              <a:rPr lang="en-ID" sz="2200" err="1"/>
              <a:t>antara</a:t>
            </a:r>
            <a:r>
              <a:rPr lang="en-ID" sz="2200"/>
              <a:t> </a:t>
            </a:r>
            <a:r>
              <a:rPr lang="en-ID" sz="2200" err="1"/>
              <a:t>jaringan</a:t>
            </a:r>
            <a:r>
              <a:rPr lang="en-ID" sz="2200"/>
              <a:t> internal yang </a:t>
            </a:r>
            <a:r>
              <a:rPr lang="en-ID" sz="2200" err="1"/>
              <a:t>aman</a:t>
            </a:r>
            <a:r>
              <a:rPr lang="en-ID" sz="2200"/>
              <a:t> dan </a:t>
            </a:r>
            <a:r>
              <a:rPr lang="en-ID" sz="2200" err="1"/>
              <a:t>jaringan</a:t>
            </a:r>
            <a:r>
              <a:rPr lang="en-ID" sz="2200"/>
              <a:t> </a:t>
            </a:r>
            <a:r>
              <a:rPr lang="en-ID" sz="2200" err="1"/>
              <a:t>eksternal</a:t>
            </a:r>
            <a:r>
              <a:rPr lang="en-ID" sz="2200"/>
              <a:t> yang </a:t>
            </a:r>
            <a:r>
              <a:rPr lang="en-ID" sz="2200" err="1"/>
              <a:t>tidak</a:t>
            </a:r>
            <a:r>
              <a:rPr lang="en-ID" sz="2200"/>
              <a:t> </a:t>
            </a:r>
            <a:r>
              <a:rPr lang="en-ID" sz="2200" err="1"/>
              <a:t>terpercaya</a:t>
            </a:r>
            <a:r>
              <a:rPr lang="en-ID" sz="2200"/>
              <a:t> (</a:t>
            </a:r>
            <a:r>
              <a:rPr lang="en-ID" sz="2200" err="1"/>
              <a:t>seperti</a:t>
            </a:r>
            <a:r>
              <a:rPr lang="en-ID" sz="2200"/>
              <a:t> internet).</a:t>
            </a:r>
          </a:p>
          <a:p>
            <a:r>
              <a:rPr lang="en-ID" sz="2200" b="1"/>
              <a:t>Jenis-</a:t>
            </a:r>
            <a:r>
              <a:rPr lang="en-ID" sz="2200" b="1" err="1"/>
              <a:t>jenis</a:t>
            </a:r>
            <a:r>
              <a:rPr lang="en-ID" sz="2200" b="1"/>
              <a:t>:</a:t>
            </a:r>
            <a:r>
              <a:rPr lang="en-ID" sz="2200"/>
              <a:t> Hardware-based, Software-based, Next-Gen Firewall (NGFW).</a:t>
            </a:r>
          </a:p>
          <a:p>
            <a:endParaRPr lang="en-ID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4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CA433-523D-B747-0102-CD752F4A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IDS: Sistem Alarm Keamanan Anda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C2FB4-4796-0AB2-F0BD-F364E34FA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ID" sz="2000" b="1"/>
              <a:t>Definisi:</a:t>
            </a:r>
            <a:r>
              <a:rPr lang="en-ID" sz="2000"/>
              <a:t> Perangkat atau aplikasi software yang memantau jaringan atau sistem untuk mencari aktivitas atau kebijakan yang berbahaya dan menghasilkan laporan.</a:t>
            </a:r>
          </a:p>
          <a:p>
            <a:r>
              <a:rPr lang="en-ID" sz="2000" b="1"/>
              <a:t>Analogi:</a:t>
            </a:r>
            <a:r>
              <a:rPr lang="en-ID" sz="2000"/>
              <a:t> Seperti kamera keamanan dan sensor alarm yang mendeteksi penyusup, bahkan jika mereka sudah lolos dari satpam (firewall).</a:t>
            </a:r>
          </a:p>
          <a:p>
            <a:r>
              <a:rPr lang="en-ID" sz="2000" b="1"/>
              <a:t>Fungsi Utama:</a:t>
            </a:r>
            <a:r>
              <a:rPr lang="en-ID" sz="2000"/>
              <a:t> </a:t>
            </a:r>
            <a:r>
              <a:rPr lang="en-ID" sz="2000" b="1"/>
              <a:t>Mendeteksi</a:t>
            </a:r>
            <a:r>
              <a:rPr lang="en-ID" sz="2000"/>
              <a:t>, bukan mencegah.</a:t>
            </a:r>
          </a:p>
          <a:p>
            <a:r>
              <a:rPr lang="en-ID" sz="2000" b="1"/>
              <a:t>Jenis-jenis:</a:t>
            </a:r>
            <a:endParaRPr lang="en-ID" sz="2000"/>
          </a:p>
          <a:p>
            <a:pPr lvl="1"/>
            <a:r>
              <a:rPr lang="en-ID" sz="2000" b="1"/>
              <a:t>Network-based (NIDS):</a:t>
            </a:r>
            <a:r>
              <a:rPr lang="en-ID" sz="2000"/>
              <a:t> Memantau seluruh jaringan.</a:t>
            </a:r>
          </a:p>
          <a:p>
            <a:pPr lvl="1"/>
            <a:r>
              <a:rPr lang="en-ID" sz="2000" b="1"/>
              <a:t>Host-based (HIDS):</a:t>
            </a:r>
            <a:r>
              <a:rPr lang="en-ID" sz="2000"/>
              <a:t> Memantau satu perangkat/komputer.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418482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43BEC-9A82-F35D-CB52-BB221FC6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Modul 2: Mengapa dan Bagaimana Serangan Tidak Terdeteksi?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EC8B-2FDA-F555-AE47-75D9C3A79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ID" sz="2000" b="1"/>
              <a:t>Mengapa Evasi Itu Penting bagi Penyerang?</a:t>
            </a:r>
            <a:endParaRPr lang="en-ID" sz="2000"/>
          </a:p>
          <a:p>
            <a:pPr lvl="1"/>
            <a:r>
              <a:rPr lang="en-ID" sz="2000" b="1"/>
              <a:t>Stealth:</a:t>
            </a:r>
            <a:r>
              <a:rPr lang="en-ID" sz="2000"/>
              <a:t> Tetap tidak terlihat untuk menjaga akses jangka panjang (persistence).</a:t>
            </a:r>
          </a:p>
          <a:p>
            <a:pPr lvl="1"/>
            <a:r>
              <a:rPr lang="en-ID" sz="2000" b="1"/>
              <a:t>Efektivitas:</a:t>
            </a:r>
            <a:r>
              <a:rPr lang="en-ID" sz="2000"/>
              <a:t> Memastikan payload (misalnya, malware) berhasil dijalankan.</a:t>
            </a:r>
          </a:p>
          <a:p>
            <a:pPr lvl="1"/>
            <a:r>
              <a:rPr lang="en-ID" sz="2000" b="1"/>
              <a:t>Menghindari Countermeasure:</a:t>
            </a:r>
            <a:r>
              <a:rPr lang="en-ID" sz="2000"/>
              <a:t> Mencegah tim keamanan memblokir serangan mereka.</a:t>
            </a:r>
          </a:p>
          <a:p>
            <a:r>
              <a:rPr lang="en-ID" sz="2000" b="1"/>
              <a:t>Gambaran Umum Teknik Evasi (Akan dibahas detail di hari 2 &amp; 3):</a:t>
            </a:r>
            <a:endParaRPr lang="en-ID" sz="2000"/>
          </a:p>
          <a:p>
            <a:pPr lvl="1"/>
            <a:r>
              <a:rPr lang="en-ID" sz="2000"/>
              <a:t>Fragmentasi &amp; Reassembly</a:t>
            </a:r>
          </a:p>
          <a:p>
            <a:pPr lvl="1"/>
            <a:r>
              <a:rPr lang="en-ID" sz="2000"/>
              <a:t>Encryption &amp; Tunneling</a:t>
            </a:r>
          </a:p>
          <a:p>
            <a:pPr lvl="1"/>
            <a:r>
              <a:rPr lang="en-ID" sz="2000"/>
              <a:t>Protocol Manipulation</a:t>
            </a:r>
          </a:p>
          <a:p>
            <a:pPr lvl="1"/>
            <a:r>
              <a:rPr lang="en-ID" sz="2000"/>
              <a:t>Low-and-Slow Attacks</a:t>
            </a:r>
          </a:p>
          <a:p>
            <a:pPr lvl="1"/>
            <a:r>
              <a:rPr lang="en-ID" sz="2000"/>
              <a:t>Exploiting Firewall/IDS Rules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71749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A690C-1065-3724-D0F2-4E322824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Studi Kasus: Serangan Stuxnet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912B6-0D7E-6965-5455-F88009EC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ID" sz="2000" b="1"/>
              <a:t>Teknik Evasi yang Digunakan:</a:t>
            </a:r>
            <a:endParaRPr lang="en-ID" sz="2000"/>
          </a:p>
          <a:p>
            <a:pPr lvl="1"/>
            <a:r>
              <a:rPr lang="en-ID" sz="2000"/>
              <a:t>Menyebarkan melalui USB, melewati firewall jaringan.</a:t>
            </a:r>
          </a:p>
          <a:p>
            <a:pPr lvl="1"/>
            <a:r>
              <a:rPr lang="en-ID" sz="2000"/>
              <a:t>Menggunakan sertifikat digital yang dicuri untuk terlihat legitimate.</a:t>
            </a:r>
          </a:p>
          <a:p>
            <a:pPr lvl="1"/>
            <a:r>
              <a:rPr lang="en-ID" sz="2000"/>
              <a:t>Menyisipkan kode berbahaya ke dalam proses sistem yang sah untuk menghindari deteksi antivirus dan IDS.</a:t>
            </a:r>
          </a:p>
          <a:p>
            <a:r>
              <a:rPr lang="en-ID" sz="2000" b="1"/>
              <a:t>Pelajaran:</a:t>
            </a:r>
            <a:r>
              <a:rPr lang="en-ID" sz="2000"/>
              <a:t> Serangan canggih menggunakan kombinasi teknik untuk tetap tidak terlihat.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72940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D0CD5-754D-6371-FFE8-FF40CA43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Diskusi: Apa yang Menurut Anda Titik Lemah Terbesar?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0486-91A4-10F3-5DA6-C237F22E7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ID" sz="2000"/>
              <a:t>Bagi peserta menjadi beberapa kelompok kecil.</a:t>
            </a:r>
          </a:p>
          <a:p>
            <a:r>
              <a:rPr lang="en-ID" sz="2000" b="1"/>
              <a:t>Pertanyaan untuk didiskusikan (10 menit):</a:t>
            </a:r>
            <a:endParaRPr lang="en-ID" sz="2000"/>
          </a:p>
          <a:p>
            <a:pPr lvl="1"/>
            <a:r>
              <a:rPr lang="en-ID" sz="2000"/>
              <a:t>Berdasarkan pemahaman Anda, apa komponen paling krusial dari sebuah firewall yang bisa dieksploitasi?</a:t>
            </a:r>
          </a:p>
          <a:p>
            <a:pPr lvl="1"/>
            <a:r>
              <a:rPr lang="en-ID" sz="2000"/>
              <a:t>Bagaimana cara seorang attacker menyembunyikan aktivitasnya dari IDS yang berbasis </a:t>
            </a:r>
            <a:r>
              <a:rPr lang="en-ID" sz="2000" i="1"/>
              <a:t>signature</a:t>
            </a:r>
            <a:r>
              <a:rPr lang="en-ID" sz="2000"/>
              <a:t>?</a:t>
            </a:r>
          </a:p>
          <a:p>
            <a:pPr lvl="1"/>
            <a:r>
              <a:rPr lang="en-ID" sz="2000"/>
              <a:t>Contoh lain di dunia nyata yang pernah Anda dengar tentang serangan yang berhasil "menghilang"?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305658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EC7AE-1DFF-E804-B0BC-339AC807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en-ID" sz="4000"/>
              <a:t>Modul 3: Studi Kasus Praktis - Membobol Windows Firewall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5C279C-BBB2-1B97-BA0A-ACE92F4F3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223984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70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3E823-1B15-0345-C014-7D87A475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ID" dirty="0" err="1"/>
              <a:t>Memahami</a:t>
            </a:r>
            <a:r>
              <a:rPr lang="en-ID" dirty="0"/>
              <a:t> "</a:t>
            </a:r>
            <a:r>
              <a:rPr lang="en-ID" dirty="0" err="1"/>
              <a:t>Musuh</a:t>
            </a:r>
            <a:r>
              <a:rPr lang="en-ID" dirty="0"/>
              <a:t>" Anda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71EF68-920C-2D8A-7F0D-6D661B4A2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23105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5166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A53C8-6EC6-0C9F-BAA8-637B48582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D" dirty="0"/>
              <a:t>Cara-Cara </a:t>
            </a:r>
            <a:r>
              <a:rPr lang="en-ID" dirty="0" err="1"/>
              <a:t>Memintas</a:t>
            </a:r>
            <a:r>
              <a:rPr lang="en-ID" dirty="0"/>
              <a:t> </a:t>
            </a:r>
            <a:r>
              <a:rPr lang="en-ID" dirty="0" err="1"/>
              <a:t>Penjaga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410D6D-C95A-43F2-600C-55C030819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91424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2063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206E6-9575-80CE-B77B-0736B8B3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D" sz="4100"/>
              <a:t>Demo Live: Cara Salah </a:t>
            </a:r>
            <a:r>
              <a:rPr lang="en-ID" sz="4100" err="1"/>
              <a:t>Mengkonfigurasi</a:t>
            </a:r>
            <a:r>
              <a:rPr lang="en-ID" sz="4100"/>
              <a:t> Firewall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D6D874-754B-3222-3A08-FFE38ACF1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719644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0713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8D3B3-8BAB-B8D6-C2AC-DA761013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D" dirty="0" err="1"/>
              <a:t>Memperkuat</a:t>
            </a:r>
            <a:r>
              <a:rPr lang="en-ID" dirty="0"/>
              <a:t> </a:t>
            </a:r>
            <a:r>
              <a:rPr lang="en-ID" dirty="0" err="1"/>
              <a:t>Pertahanan</a:t>
            </a:r>
            <a:r>
              <a:rPr lang="en-ID" dirty="0"/>
              <a:t> Windows Firewall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79629-3A32-7FDF-ED35-B27177350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8189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877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1ADCC5-CF94-530A-1B6E-154B8472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Hands-On Lab: Mengamankan Windows Firewall</a:t>
            </a:r>
            <a:endParaRPr lang="en-ID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8F91C6-59B0-CA48-2D60-80949BC91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005697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21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5987F5-FDF8-9ED5-7624-F83E4B8B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fi-FI" sz="4800">
                <a:solidFill>
                  <a:schemeClr val="bg1"/>
                </a:solidFill>
              </a:rPr>
              <a:t>Apa yang Telah Kita Pelajari Hari Ini?</a:t>
            </a:r>
            <a:endParaRPr lang="en-ID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BC0980-F700-A475-6A99-1864B39CC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982950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2829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DECF76-5FAF-EABD-C1A1-2CBDC0938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ID" sz="4800">
                <a:solidFill>
                  <a:schemeClr val="bg1"/>
                </a:solidFill>
              </a:rPr>
              <a:t>Senin: Lebih Dalam ke Dunia Evasi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F356984-5C68-5C08-6BF8-BE257B595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61905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722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720966-74AE-47C7-973D-59CFA3B3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841664"/>
            <a:ext cx="5155073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Terima Kasih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E9281-E220-8DE4-3A15-1750A0F36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687" y="841664"/>
            <a:ext cx="4602517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Sampai jumpa senin</a:t>
            </a:r>
          </a:p>
        </p:txBody>
      </p:sp>
    </p:spTree>
    <p:extLst>
      <p:ext uri="{BB962C8B-B14F-4D97-AF65-F5344CB8AC3E}">
        <p14:creationId xmlns:p14="http://schemas.microsoft.com/office/powerpoint/2010/main" val="20663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1067</Words>
  <Application>Microsoft Office PowerPoint</Application>
  <PresentationFormat>Widescreen</PresentationFormat>
  <Paragraphs>107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Evading IDS and Firewalls: Techniques and Countermeasures</vt:lpstr>
      <vt:lpstr>Agenda Hari ini</vt:lpstr>
      <vt:lpstr>Tujuan</vt:lpstr>
      <vt:lpstr>Modul 1: Apa yang Sebenarnya Kita Lindungi?</vt:lpstr>
      <vt:lpstr>Firewall: Penjaga Gerbang Jaringan</vt:lpstr>
      <vt:lpstr>IDS: Sistem Alarm Keamanan Anda</vt:lpstr>
      <vt:lpstr>Modul 2: Mengapa dan Bagaimana Serangan Tidak Terdeteksi?</vt:lpstr>
      <vt:lpstr>Studi Kasus: Serangan Stuxnet</vt:lpstr>
      <vt:lpstr>Diskusi: Apa yang Menurut Anda Titik Lemah Terbesar?</vt:lpstr>
      <vt:lpstr>Modul 3: Studi Kasus Praktis - Membobol Windows Firewall</vt:lpstr>
      <vt:lpstr>Memahami "Musuh" Anda</vt:lpstr>
      <vt:lpstr>Cara-Cara Memintas Penjaga</vt:lpstr>
      <vt:lpstr>Demo Live: Cara Salah Mengkonfigurasi Firewall</vt:lpstr>
      <vt:lpstr>Memperkuat Pertahanan Windows Firewall</vt:lpstr>
      <vt:lpstr>Hands-On Lab: Mengamankan Windows Firewall</vt:lpstr>
      <vt:lpstr>Apa yang Telah Kita Pelajari Hari Ini?</vt:lpstr>
      <vt:lpstr>Senin: Lebih Dalam ke Dunia Evasi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ROLLY MAULANA AWANGGA</dc:creator>
  <cp:lastModifiedBy>ROLLY MAULANA AWANGGA</cp:lastModifiedBy>
  <cp:revision>32</cp:revision>
  <dcterms:created xsi:type="dcterms:W3CDTF">2025-11-20T22:04:21Z</dcterms:created>
  <dcterms:modified xsi:type="dcterms:W3CDTF">2025-11-21T01:38:44Z</dcterms:modified>
</cp:coreProperties>
</file>