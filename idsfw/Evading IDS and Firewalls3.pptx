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1DEE1-D64E-413F-91C2-BD48E290F5C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36F01F-712E-434F-8665-57DB36586F74}">
      <dgm:prSet/>
      <dgm:spPr/>
      <dgm:t>
        <a:bodyPr/>
        <a:lstStyle/>
        <a:p>
          <a:r>
            <a:rPr lang="en-ID" b="1"/>
            <a:t>Hari 2 Fokus pada:</a:t>
          </a:r>
          <a:endParaRPr lang="en-US"/>
        </a:p>
      </dgm:t>
    </dgm:pt>
    <dgm:pt modelId="{E655DC02-A927-4EFF-AEE5-DE6CB4B1EF4D}" type="parTrans" cxnId="{DC58CEB4-59CD-4758-9C8D-73659E3A628E}">
      <dgm:prSet/>
      <dgm:spPr/>
      <dgm:t>
        <a:bodyPr/>
        <a:lstStyle/>
        <a:p>
          <a:endParaRPr lang="en-US"/>
        </a:p>
      </dgm:t>
    </dgm:pt>
    <dgm:pt modelId="{F3F4DAFB-9F17-41FB-819E-D9185C84FC0A}" type="sibTrans" cxnId="{DC58CEB4-59CD-4758-9C8D-73659E3A628E}">
      <dgm:prSet/>
      <dgm:spPr/>
      <dgm:t>
        <a:bodyPr/>
        <a:lstStyle/>
        <a:p>
          <a:endParaRPr lang="en-US"/>
        </a:p>
      </dgm:t>
    </dgm:pt>
    <dgm:pt modelId="{9218D075-33FD-4992-9371-9487B055A5B1}">
      <dgm:prSet/>
      <dgm:spPr/>
      <dgm:t>
        <a:bodyPr/>
        <a:lstStyle/>
        <a:p>
          <a:r>
            <a:rPr lang="en-ID" b="1"/>
            <a:t>Evasi IDS:</a:t>
          </a:r>
          <a:r>
            <a:rPr lang="en-ID"/>
            <a:t> Menggunakan obfuscation dan low-and-slow.</a:t>
          </a:r>
          <a:endParaRPr lang="en-US"/>
        </a:p>
      </dgm:t>
    </dgm:pt>
    <dgm:pt modelId="{197112E2-76E7-40D8-8F21-07816BF713DC}" type="parTrans" cxnId="{742F2565-3736-4BD3-8218-EA40F8684027}">
      <dgm:prSet/>
      <dgm:spPr/>
      <dgm:t>
        <a:bodyPr/>
        <a:lstStyle/>
        <a:p>
          <a:endParaRPr lang="en-US"/>
        </a:p>
      </dgm:t>
    </dgm:pt>
    <dgm:pt modelId="{BAA4003D-51B1-4497-AAC4-567F1BD3F235}" type="sibTrans" cxnId="{742F2565-3736-4BD3-8218-EA40F8684027}">
      <dgm:prSet/>
      <dgm:spPr/>
      <dgm:t>
        <a:bodyPr/>
        <a:lstStyle/>
        <a:p>
          <a:endParaRPr lang="en-US"/>
        </a:p>
      </dgm:t>
    </dgm:pt>
    <dgm:pt modelId="{110BDB14-B11E-4BA4-9432-D10ABA99F827}">
      <dgm:prSet/>
      <dgm:spPr/>
      <dgm:t>
        <a:bodyPr/>
        <a:lstStyle/>
        <a:p>
          <a:r>
            <a:rPr lang="en-ID" b="1"/>
            <a:t>Tunneling:</a:t>
          </a:r>
          <a:r>
            <a:rPr lang="en-ID"/>
            <a:t> Membuat terowongan (SSH) untuk melewati pagar.</a:t>
          </a:r>
          <a:endParaRPr lang="en-US"/>
        </a:p>
      </dgm:t>
    </dgm:pt>
    <dgm:pt modelId="{3D71FE60-0712-4F2F-80C2-DEA508F614D7}" type="parTrans" cxnId="{7CF31321-42BF-4708-B21C-785B271F8B1F}">
      <dgm:prSet/>
      <dgm:spPr/>
      <dgm:t>
        <a:bodyPr/>
        <a:lstStyle/>
        <a:p>
          <a:endParaRPr lang="en-US"/>
        </a:p>
      </dgm:t>
    </dgm:pt>
    <dgm:pt modelId="{29733B70-B030-40E1-9D46-ECF24879987C}" type="sibTrans" cxnId="{7CF31321-42BF-4708-B21C-785B271F8B1F}">
      <dgm:prSet/>
      <dgm:spPr/>
      <dgm:t>
        <a:bodyPr/>
        <a:lstStyle/>
        <a:p>
          <a:endParaRPr lang="en-US"/>
        </a:p>
      </dgm:t>
    </dgm:pt>
    <dgm:pt modelId="{5A994D7E-510C-447E-AE7F-D4171070F474}">
      <dgm:prSet/>
      <dgm:spPr/>
      <dgm:t>
        <a:bodyPr/>
        <a:lstStyle/>
        <a:p>
          <a:r>
            <a:rPr lang="en-ID" b="1"/>
            <a:t>Evasi AV:</a:t>
          </a:r>
          <a:r>
            <a:rPr lang="en-ID"/>
            <a:t> Menyembunyikan malware dari deteksi.</a:t>
          </a:r>
          <a:endParaRPr lang="en-US"/>
        </a:p>
      </dgm:t>
    </dgm:pt>
    <dgm:pt modelId="{1660651A-BF46-4B10-9C8E-884C572E4504}" type="parTrans" cxnId="{D49B6195-37A0-4331-BCAD-42D9F64459CC}">
      <dgm:prSet/>
      <dgm:spPr/>
      <dgm:t>
        <a:bodyPr/>
        <a:lstStyle/>
        <a:p>
          <a:endParaRPr lang="en-US"/>
        </a:p>
      </dgm:t>
    </dgm:pt>
    <dgm:pt modelId="{D6FEABFE-34B2-44DC-8C6F-D69513208AE5}" type="sibTrans" cxnId="{D49B6195-37A0-4331-BCAD-42D9F64459CC}">
      <dgm:prSet/>
      <dgm:spPr/>
      <dgm:t>
        <a:bodyPr/>
        <a:lstStyle/>
        <a:p>
          <a:endParaRPr lang="en-US"/>
        </a:p>
      </dgm:t>
    </dgm:pt>
    <dgm:pt modelId="{3A41558A-80B8-41C9-8B28-AA0E08C1A9FF}">
      <dgm:prSet/>
      <dgm:spPr/>
      <dgm:t>
        <a:bodyPr/>
        <a:lstStyle/>
        <a:p>
          <a:r>
            <a:rPr lang="en-ID" b="1"/>
            <a:t>Pertanyaan Penghubung untuk Hari Ini:</a:t>
          </a:r>
          <a:endParaRPr lang="en-US"/>
        </a:p>
      </dgm:t>
    </dgm:pt>
    <dgm:pt modelId="{E214E3B5-4A85-4A8F-B875-43619524EB89}" type="parTrans" cxnId="{E3D93C65-AAF4-4BBB-BC88-F04CD284765F}">
      <dgm:prSet/>
      <dgm:spPr/>
      <dgm:t>
        <a:bodyPr/>
        <a:lstStyle/>
        <a:p>
          <a:endParaRPr lang="en-US"/>
        </a:p>
      </dgm:t>
    </dgm:pt>
    <dgm:pt modelId="{4E7A9173-7C46-47A4-85D8-F66EF38DC2C7}" type="sibTrans" cxnId="{E3D93C65-AAF4-4BBB-BC88-F04CD284765F}">
      <dgm:prSet/>
      <dgm:spPr/>
      <dgm:t>
        <a:bodyPr/>
        <a:lstStyle/>
        <a:p>
          <a:endParaRPr lang="en-US"/>
        </a:p>
      </dgm:t>
    </dgm:pt>
    <dgm:pt modelId="{34AFE10E-BB29-49DE-B4F6-01BA2DDBA750}">
      <dgm:prSet/>
      <dgm:spPr/>
      <dgm:t>
        <a:bodyPr/>
        <a:lstStyle/>
        <a:p>
          <a:r>
            <a:rPr lang="en-ID"/>
            <a:t>Sebagai pembela, bagaimana kita bisa mendeteksi dan mencegah serangan-serangan tersebut?</a:t>
          </a:r>
          <a:endParaRPr lang="en-US"/>
        </a:p>
      </dgm:t>
    </dgm:pt>
    <dgm:pt modelId="{5ACB9F9A-19B7-4C1E-9397-DF48571731BD}" type="parTrans" cxnId="{A604D36B-6D05-429E-89E2-5E1F824410C9}">
      <dgm:prSet/>
      <dgm:spPr/>
      <dgm:t>
        <a:bodyPr/>
        <a:lstStyle/>
        <a:p>
          <a:endParaRPr lang="en-US"/>
        </a:p>
      </dgm:t>
    </dgm:pt>
    <dgm:pt modelId="{F06C8820-8BDF-4DB1-A73D-89767C93A707}" type="sibTrans" cxnId="{A604D36B-6D05-429E-89E2-5E1F824410C9}">
      <dgm:prSet/>
      <dgm:spPr/>
      <dgm:t>
        <a:bodyPr/>
        <a:lstStyle/>
        <a:p>
          <a:endParaRPr lang="en-US"/>
        </a:p>
      </dgm:t>
    </dgm:pt>
    <dgm:pt modelId="{60569A14-2B8C-4816-B682-44473CEB75AB}">
      <dgm:prSet/>
      <dgm:spPr/>
      <dgm:t>
        <a:bodyPr/>
        <a:lstStyle/>
        <a:p>
          <a:r>
            <a:rPr lang="en-ID"/>
            <a:t>Apa fondasi yang harus kita bangun agar teknik-teknik itu tidak lagi efektif?</a:t>
          </a:r>
          <a:endParaRPr lang="en-US"/>
        </a:p>
      </dgm:t>
    </dgm:pt>
    <dgm:pt modelId="{20285757-0382-47BC-A610-1D81FBCA47EA}" type="parTrans" cxnId="{E9FD4303-CD83-47ED-A412-A48620117A94}">
      <dgm:prSet/>
      <dgm:spPr/>
      <dgm:t>
        <a:bodyPr/>
        <a:lstStyle/>
        <a:p>
          <a:endParaRPr lang="en-US"/>
        </a:p>
      </dgm:t>
    </dgm:pt>
    <dgm:pt modelId="{997FF0FA-6F71-419D-A52D-BD236FE72F91}" type="sibTrans" cxnId="{E9FD4303-CD83-47ED-A412-A48620117A94}">
      <dgm:prSet/>
      <dgm:spPr/>
      <dgm:t>
        <a:bodyPr/>
        <a:lstStyle/>
        <a:p>
          <a:endParaRPr lang="en-US"/>
        </a:p>
      </dgm:t>
    </dgm:pt>
    <dgm:pt modelId="{4227568E-2D27-4E15-978E-AFA657A078AF}" type="pres">
      <dgm:prSet presAssocID="{BD71DEE1-D64E-413F-91C2-BD48E290F5C8}" presName="linear" presStyleCnt="0">
        <dgm:presLayoutVars>
          <dgm:animLvl val="lvl"/>
          <dgm:resizeHandles val="exact"/>
        </dgm:presLayoutVars>
      </dgm:prSet>
      <dgm:spPr/>
    </dgm:pt>
    <dgm:pt modelId="{36EC46D0-23D8-4BB3-A7AB-70AB244D5410}" type="pres">
      <dgm:prSet presAssocID="{0936F01F-712E-434F-8665-57DB36586F7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795825D-B59E-4EC5-8E66-C9FFD5C6BA41}" type="pres">
      <dgm:prSet presAssocID="{0936F01F-712E-434F-8665-57DB36586F74}" presName="childText" presStyleLbl="revTx" presStyleIdx="0" presStyleCnt="2">
        <dgm:presLayoutVars>
          <dgm:bulletEnabled val="1"/>
        </dgm:presLayoutVars>
      </dgm:prSet>
      <dgm:spPr/>
    </dgm:pt>
    <dgm:pt modelId="{499B6B2F-74D8-4E70-8B05-A67C79E256A7}" type="pres">
      <dgm:prSet presAssocID="{3A41558A-80B8-41C9-8B28-AA0E08C1A9F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B7DF7C-BA90-4C0B-A461-AC622FC02BBE}" type="pres">
      <dgm:prSet presAssocID="{3A41558A-80B8-41C9-8B28-AA0E08C1A9F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9FD4303-CD83-47ED-A412-A48620117A94}" srcId="{3A41558A-80B8-41C9-8B28-AA0E08C1A9FF}" destId="{60569A14-2B8C-4816-B682-44473CEB75AB}" srcOrd="1" destOrd="0" parTransId="{20285757-0382-47BC-A610-1D81FBCA47EA}" sibTransId="{997FF0FA-6F71-419D-A52D-BD236FE72F91}"/>
    <dgm:cxn modelId="{52A3F516-447B-47BD-84F8-487B37F1E781}" type="presOf" srcId="{BD71DEE1-D64E-413F-91C2-BD48E290F5C8}" destId="{4227568E-2D27-4E15-978E-AFA657A078AF}" srcOrd="0" destOrd="0" presId="urn:microsoft.com/office/officeart/2005/8/layout/vList2"/>
    <dgm:cxn modelId="{7CF31321-42BF-4708-B21C-785B271F8B1F}" srcId="{0936F01F-712E-434F-8665-57DB36586F74}" destId="{110BDB14-B11E-4BA4-9432-D10ABA99F827}" srcOrd="1" destOrd="0" parTransId="{3D71FE60-0712-4F2F-80C2-DEA508F614D7}" sibTransId="{29733B70-B030-40E1-9D46-ECF24879987C}"/>
    <dgm:cxn modelId="{E7A5E522-64F1-4BAD-9BF2-A1EF738834D4}" type="presOf" srcId="{9218D075-33FD-4992-9371-9487B055A5B1}" destId="{8795825D-B59E-4EC5-8E66-C9FFD5C6BA41}" srcOrd="0" destOrd="0" presId="urn:microsoft.com/office/officeart/2005/8/layout/vList2"/>
    <dgm:cxn modelId="{742F2565-3736-4BD3-8218-EA40F8684027}" srcId="{0936F01F-712E-434F-8665-57DB36586F74}" destId="{9218D075-33FD-4992-9371-9487B055A5B1}" srcOrd="0" destOrd="0" parTransId="{197112E2-76E7-40D8-8F21-07816BF713DC}" sibTransId="{BAA4003D-51B1-4497-AAC4-567F1BD3F235}"/>
    <dgm:cxn modelId="{E3D93C65-AAF4-4BBB-BC88-F04CD284765F}" srcId="{BD71DEE1-D64E-413F-91C2-BD48E290F5C8}" destId="{3A41558A-80B8-41C9-8B28-AA0E08C1A9FF}" srcOrd="1" destOrd="0" parTransId="{E214E3B5-4A85-4A8F-B875-43619524EB89}" sibTransId="{4E7A9173-7C46-47A4-85D8-F66EF38DC2C7}"/>
    <dgm:cxn modelId="{A604D36B-6D05-429E-89E2-5E1F824410C9}" srcId="{3A41558A-80B8-41C9-8B28-AA0E08C1A9FF}" destId="{34AFE10E-BB29-49DE-B4F6-01BA2DDBA750}" srcOrd="0" destOrd="0" parTransId="{5ACB9F9A-19B7-4C1E-9397-DF48571731BD}" sibTransId="{F06C8820-8BDF-4DB1-A73D-89767C93A707}"/>
    <dgm:cxn modelId="{D49B6195-37A0-4331-BCAD-42D9F64459CC}" srcId="{0936F01F-712E-434F-8665-57DB36586F74}" destId="{5A994D7E-510C-447E-AE7F-D4171070F474}" srcOrd="2" destOrd="0" parTransId="{1660651A-BF46-4B10-9C8E-884C572E4504}" sibTransId="{D6FEABFE-34B2-44DC-8C6F-D69513208AE5}"/>
    <dgm:cxn modelId="{DC58CEB4-59CD-4758-9C8D-73659E3A628E}" srcId="{BD71DEE1-D64E-413F-91C2-BD48E290F5C8}" destId="{0936F01F-712E-434F-8665-57DB36586F74}" srcOrd="0" destOrd="0" parTransId="{E655DC02-A927-4EFF-AEE5-DE6CB4B1EF4D}" sibTransId="{F3F4DAFB-9F17-41FB-819E-D9185C84FC0A}"/>
    <dgm:cxn modelId="{E04F05B8-9E13-46ED-9AA8-C77F71B25D77}" type="presOf" srcId="{60569A14-2B8C-4816-B682-44473CEB75AB}" destId="{4DB7DF7C-BA90-4C0B-A461-AC622FC02BBE}" srcOrd="0" destOrd="1" presId="urn:microsoft.com/office/officeart/2005/8/layout/vList2"/>
    <dgm:cxn modelId="{5F3B27DA-C295-4128-A448-E39ED7993A54}" type="presOf" srcId="{110BDB14-B11E-4BA4-9432-D10ABA99F827}" destId="{8795825D-B59E-4EC5-8E66-C9FFD5C6BA41}" srcOrd="0" destOrd="1" presId="urn:microsoft.com/office/officeart/2005/8/layout/vList2"/>
    <dgm:cxn modelId="{CBDE54E0-F756-4E1D-82AF-E7E8CB3A9588}" type="presOf" srcId="{5A994D7E-510C-447E-AE7F-D4171070F474}" destId="{8795825D-B59E-4EC5-8E66-C9FFD5C6BA41}" srcOrd="0" destOrd="2" presId="urn:microsoft.com/office/officeart/2005/8/layout/vList2"/>
    <dgm:cxn modelId="{687A0EE1-DDAB-4723-9879-1E8BAD2BE9BE}" type="presOf" srcId="{0936F01F-712E-434F-8665-57DB36586F74}" destId="{36EC46D0-23D8-4BB3-A7AB-70AB244D5410}" srcOrd="0" destOrd="0" presId="urn:microsoft.com/office/officeart/2005/8/layout/vList2"/>
    <dgm:cxn modelId="{0BA765FB-49BD-4C5C-9382-2170F9E465EF}" type="presOf" srcId="{3A41558A-80B8-41C9-8B28-AA0E08C1A9FF}" destId="{499B6B2F-74D8-4E70-8B05-A67C79E256A7}" srcOrd="0" destOrd="0" presId="urn:microsoft.com/office/officeart/2005/8/layout/vList2"/>
    <dgm:cxn modelId="{63D883FD-7276-4CA4-A7D4-C41B4BAF4286}" type="presOf" srcId="{34AFE10E-BB29-49DE-B4F6-01BA2DDBA750}" destId="{4DB7DF7C-BA90-4C0B-A461-AC622FC02BBE}" srcOrd="0" destOrd="0" presId="urn:microsoft.com/office/officeart/2005/8/layout/vList2"/>
    <dgm:cxn modelId="{FB271C84-2903-4DB7-BCC1-84BC68DB6D10}" type="presParOf" srcId="{4227568E-2D27-4E15-978E-AFA657A078AF}" destId="{36EC46D0-23D8-4BB3-A7AB-70AB244D5410}" srcOrd="0" destOrd="0" presId="urn:microsoft.com/office/officeart/2005/8/layout/vList2"/>
    <dgm:cxn modelId="{A1618A5E-BBE4-4C45-B209-2C74986EE1BC}" type="presParOf" srcId="{4227568E-2D27-4E15-978E-AFA657A078AF}" destId="{8795825D-B59E-4EC5-8E66-C9FFD5C6BA41}" srcOrd="1" destOrd="0" presId="urn:microsoft.com/office/officeart/2005/8/layout/vList2"/>
    <dgm:cxn modelId="{A0BE1585-49B0-44E3-9597-7BE5AC6AEEEB}" type="presParOf" srcId="{4227568E-2D27-4E15-978E-AFA657A078AF}" destId="{499B6B2F-74D8-4E70-8B05-A67C79E256A7}" srcOrd="2" destOrd="0" presId="urn:microsoft.com/office/officeart/2005/8/layout/vList2"/>
    <dgm:cxn modelId="{A9EB6ACE-FACE-4B06-894C-C4D60B30A245}" type="presParOf" srcId="{4227568E-2D27-4E15-978E-AFA657A078AF}" destId="{4DB7DF7C-BA90-4C0B-A461-AC622FC02BB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63CC50-A6F5-44AF-B2B7-5372725AFF2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B6FFF0-8B56-4691-892F-20B1EACF24BD}">
      <dgm:prSet/>
      <dgm:spPr/>
      <dgm:t>
        <a:bodyPr/>
        <a:lstStyle/>
        <a:p>
          <a:r>
            <a:rPr lang="en-ID" b="1"/>
            <a:t>Tujuan:</a:t>
          </a:r>
          <a:r>
            <a:rPr lang="en-ID"/>
            <a:t> Membangun aturan yang efektif, efisien, dan mudah dikelola.</a:t>
          </a:r>
          <a:endParaRPr lang="en-US"/>
        </a:p>
      </dgm:t>
    </dgm:pt>
    <dgm:pt modelId="{C67F30E8-B9EF-44F2-AB1F-2C4AC12200A3}" type="parTrans" cxnId="{1CF5CE37-78CD-4C6F-8DF7-148D6416CD04}">
      <dgm:prSet/>
      <dgm:spPr/>
      <dgm:t>
        <a:bodyPr/>
        <a:lstStyle/>
        <a:p>
          <a:endParaRPr lang="en-US"/>
        </a:p>
      </dgm:t>
    </dgm:pt>
    <dgm:pt modelId="{E077CD26-9140-430E-9162-A4C9B487CBD6}" type="sibTrans" cxnId="{1CF5CE37-78CD-4C6F-8DF7-148D6416CD04}">
      <dgm:prSet/>
      <dgm:spPr/>
      <dgm:t>
        <a:bodyPr/>
        <a:lstStyle/>
        <a:p>
          <a:endParaRPr lang="en-US"/>
        </a:p>
      </dgm:t>
    </dgm:pt>
    <dgm:pt modelId="{0F7131B6-001A-4249-A305-146FC4C22993}">
      <dgm:prSet/>
      <dgm:spPr/>
      <dgm:t>
        <a:bodyPr/>
        <a:lstStyle/>
        <a:p>
          <a:r>
            <a:rPr lang="en-ID" b="1"/>
            <a:t>Prinsip Emas:</a:t>
          </a:r>
          <a:endParaRPr lang="en-US"/>
        </a:p>
      </dgm:t>
    </dgm:pt>
    <dgm:pt modelId="{782119DB-0844-4028-9B08-AC5EA3DCC3F7}" type="parTrans" cxnId="{E61CA999-6614-4C13-88EB-6B597B8CD163}">
      <dgm:prSet/>
      <dgm:spPr/>
      <dgm:t>
        <a:bodyPr/>
        <a:lstStyle/>
        <a:p>
          <a:endParaRPr lang="en-US"/>
        </a:p>
      </dgm:t>
    </dgm:pt>
    <dgm:pt modelId="{65524F56-9241-4260-9FEB-00A5A06687AF}" type="sibTrans" cxnId="{E61CA999-6614-4C13-88EB-6B597B8CD163}">
      <dgm:prSet/>
      <dgm:spPr/>
      <dgm:t>
        <a:bodyPr/>
        <a:lstStyle/>
        <a:p>
          <a:endParaRPr lang="en-US"/>
        </a:p>
      </dgm:t>
    </dgm:pt>
    <dgm:pt modelId="{8A465D28-4E54-4F3C-A042-69C6C524883B}">
      <dgm:prSet/>
      <dgm:spPr/>
      <dgm:t>
        <a:bodyPr/>
        <a:lstStyle/>
        <a:p>
          <a:r>
            <a:rPr lang="en-ID" b="1"/>
            <a:t>Principle of Least Privilege:</a:t>
          </a:r>
          <a:r>
            <a:rPr lang="en-ID"/>
            <a:t> Hanya berikan akses yang benar-benar diperlukan.</a:t>
          </a:r>
          <a:endParaRPr lang="en-US"/>
        </a:p>
      </dgm:t>
    </dgm:pt>
    <dgm:pt modelId="{94622DEC-1E23-406C-ABD4-9DED96A2833D}" type="parTrans" cxnId="{0F760601-192D-4C77-A6C7-ADACBACD8931}">
      <dgm:prSet/>
      <dgm:spPr/>
      <dgm:t>
        <a:bodyPr/>
        <a:lstStyle/>
        <a:p>
          <a:endParaRPr lang="en-US"/>
        </a:p>
      </dgm:t>
    </dgm:pt>
    <dgm:pt modelId="{3BBE0FAA-A701-40D2-AEC6-B31DE2574C77}" type="sibTrans" cxnId="{0F760601-192D-4C77-A6C7-ADACBACD8931}">
      <dgm:prSet/>
      <dgm:spPr/>
      <dgm:t>
        <a:bodyPr/>
        <a:lstStyle/>
        <a:p>
          <a:endParaRPr lang="en-US"/>
        </a:p>
      </dgm:t>
    </dgm:pt>
    <dgm:pt modelId="{F51BD05E-858A-49A8-BB39-810936A74DF6}">
      <dgm:prSet/>
      <dgm:spPr/>
      <dgm:t>
        <a:bodyPr/>
        <a:lstStyle/>
        <a:p>
          <a:r>
            <a:rPr lang="en-ID" b="1"/>
            <a:t>Default Deny:</a:t>
          </a:r>
          <a:r>
            <a:rPr lang="en-ID"/>
            <a:t> Blokir semua traffic secara default, hanya izinkan yang secara eksplisit diizinkan.</a:t>
          </a:r>
          <a:endParaRPr lang="en-US"/>
        </a:p>
      </dgm:t>
    </dgm:pt>
    <dgm:pt modelId="{4AC708F0-8004-4878-8D6A-5679A0598AF1}" type="parTrans" cxnId="{B6AB3004-BC0D-4220-9316-ACD2421BF64A}">
      <dgm:prSet/>
      <dgm:spPr/>
      <dgm:t>
        <a:bodyPr/>
        <a:lstStyle/>
        <a:p>
          <a:endParaRPr lang="en-US"/>
        </a:p>
      </dgm:t>
    </dgm:pt>
    <dgm:pt modelId="{8A48AB4C-D953-4D4F-9EFF-88DC6072E8B1}" type="sibTrans" cxnId="{B6AB3004-BC0D-4220-9316-ACD2421BF64A}">
      <dgm:prSet/>
      <dgm:spPr/>
      <dgm:t>
        <a:bodyPr/>
        <a:lstStyle/>
        <a:p>
          <a:endParaRPr lang="en-US"/>
        </a:p>
      </dgm:t>
    </dgm:pt>
    <dgm:pt modelId="{8DF44BC4-2C64-4963-B061-35D7C82818A3}">
      <dgm:prSet/>
      <dgm:spPr/>
      <dgm:t>
        <a:bodyPr/>
        <a:lstStyle/>
        <a:p>
          <a:r>
            <a:rPr lang="en-ID" b="1"/>
            <a:t>Defense in Depth:</a:t>
          </a:r>
          <a:r>
            <a:rPr lang="en-ID"/>
            <a:t> Jangan hanya mengandalkan satu lapisan keamanan.</a:t>
          </a:r>
          <a:endParaRPr lang="en-US"/>
        </a:p>
      </dgm:t>
    </dgm:pt>
    <dgm:pt modelId="{55527DD5-8B21-4AB6-B22D-20A4FF586C3A}" type="parTrans" cxnId="{AAA7ECB6-2900-4863-9DAF-051C9BA8E15A}">
      <dgm:prSet/>
      <dgm:spPr/>
      <dgm:t>
        <a:bodyPr/>
        <a:lstStyle/>
        <a:p>
          <a:endParaRPr lang="en-US"/>
        </a:p>
      </dgm:t>
    </dgm:pt>
    <dgm:pt modelId="{5B46DA1D-F949-464D-B327-7DEB7F0BFFA8}" type="sibTrans" cxnId="{AAA7ECB6-2900-4863-9DAF-051C9BA8E15A}">
      <dgm:prSet/>
      <dgm:spPr/>
      <dgm:t>
        <a:bodyPr/>
        <a:lstStyle/>
        <a:p>
          <a:endParaRPr lang="en-US"/>
        </a:p>
      </dgm:t>
    </dgm:pt>
    <dgm:pt modelId="{C3A2BC7B-4F35-4961-B5C1-7A5A9D854D48}">
      <dgm:prSet/>
      <dgm:spPr/>
      <dgm:t>
        <a:bodyPr/>
        <a:lstStyle/>
        <a:p>
          <a:r>
            <a:rPr lang="en-ID" b="1"/>
            <a:t>Topik yang akan dibahas:</a:t>
          </a:r>
          <a:endParaRPr lang="en-US"/>
        </a:p>
      </dgm:t>
    </dgm:pt>
    <dgm:pt modelId="{B7218121-BB5A-475C-A52C-DC806DAE07C8}" type="parTrans" cxnId="{B2D15B67-BE4F-44C2-9878-0BF680D559C5}">
      <dgm:prSet/>
      <dgm:spPr/>
      <dgm:t>
        <a:bodyPr/>
        <a:lstStyle/>
        <a:p>
          <a:endParaRPr lang="en-US"/>
        </a:p>
      </dgm:t>
    </dgm:pt>
    <dgm:pt modelId="{5FFA2897-9A22-486A-8023-F8C4C04C221F}" type="sibTrans" cxnId="{B2D15B67-BE4F-44C2-9878-0BF680D559C5}">
      <dgm:prSet/>
      <dgm:spPr/>
      <dgm:t>
        <a:bodyPr/>
        <a:lstStyle/>
        <a:p>
          <a:endParaRPr lang="en-US"/>
        </a:p>
      </dgm:t>
    </dgm:pt>
    <dgm:pt modelId="{CEDDBE09-A070-4C05-B7B7-26E38F9D5B30}">
      <dgm:prSet/>
      <dgm:spPr/>
      <dgm:t>
        <a:bodyPr/>
        <a:lstStyle/>
        <a:p>
          <a:r>
            <a:rPr lang="en-ID"/>
            <a:t>Segmentasi Jaringan.</a:t>
          </a:r>
          <a:endParaRPr lang="en-US"/>
        </a:p>
      </dgm:t>
    </dgm:pt>
    <dgm:pt modelId="{ECAE3A8E-3311-4404-A171-2C723B63AF93}" type="parTrans" cxnId="{1D04A7AE-AC92-4642-89E3-36368A507A47}">
      <dgm:prSet/>
      <dgm:spPr/>
      <dgm:t>
        <a:bodyPr/>
        <a:lstStyle/>
        <a:p>
          <a:endParaRPr lang="en-US"/>
        </a:p>
      </dgm:t>
    </dgm:pt>
    <dgm:pt modelId="{19EEDA14-77A4-4CAA-BC0C-F0F73776E5F1}" type="sibTrans" cxnId="{1D04A7AE-AC92-4642-89E3-36368A507A47}">
      <dgm:prSet/>
      <dgm:spPr/>
      <dgm:t>
        <a:bodyPr/>
        <a:lstStyle/>
        <a:p>
          <a:endParaRPr lang="en-US"/>
        </a:p>
      </dgm:t>
    </dgm:pt>
    <dgm:pt modelId="{2BFBBA20-3A66-408A-AB28-C4F4B69E9BDC}">
      <dgm:prSet/>
      <dgm:spPr/>
      <dgm:t>
        <a:bodyPr/>
        <a:lstStyle/>
        <a:p>
          <a:r>
            <a:rPr lang="en-ID"/>
            <a:t>Manajemen dan Dokumentasi Aturan.</a:t>
          </a:r>
          <a:endParaRPr lang="en-US"/>
        </a:p>
      </dgm:t>
    </dgm:pt>
    <dgm:pt modelId="{1428DE53-CDD3-4451-B004-87DD3E403274}" type="parTrans" cxnId="{3DFD7B2A-87A8-4E32-A137-DA8AEDF0980E}">
      <dgm:prSet/>
      <dgm:spPr/>
      <dgm:t>
        <a:bodyPr/>
        <a:lstStyle/>
        <a:p>
          <a:endParaRPr lang="en-US"/>
        </a:p>
      </dgm:t>
    </dgm:pt>
    <dgm:pt modelId="{8B5E882E-8427-4354-A83F-5BDFC4A07306}" type="sibTrans" cxnId="{3DFD7B2A-87A8-4E32-A137-DA8AEDF0980E}">
      <dgm:prSet/>
      <dgm:spPr/>
      <dgm:t>
        <a:bodyPr/>
        <a:lstStyle/>
        <a:p>
          <a:endParaRPr lang="en-US"/>
        </a:p>
      </dgm:t>
    </dgm:pt>
    <dgm:pt modelId="{2EAD6DA4-CD36-4261-B481-51812F95D8D8}">
      <dgm:prSet/>
      <dgm:spPr/>
      <dgm:t>
        <a:bodyPr/>
        <a:lstStyle/>
        <a:p>
          <a:r>
            <a:rPr lang="en-ID"/>
            <a:t>Audit dan Monitoring Rutin.</a:t>
          </a:r>
          <a:endParaRPr lang="en-US"/>
        </a:p>
      </dgm:t>
    </dgm:pt>
    <dgm:pt modelId="{B7DC7D76-6963-4686-8C2C-3B464F13AA40}" type="parTrans" cxnId="{6BB90817-F17C-4D8F-98AC-930A6BADC6D9}">
      <dgm:prSet/>
      <dgm:spPr/>
      <dgm:t>
        <a:bodyPr/>
        <a:lstStyle/>
        <a:p>
          <a:endParaRPr lang="en-US"/>
        </a:p>
      </dgm:t>
    </dgm:pt>
    <dgm:pt modelId="{DBF91996-D5D1-437D-90B5-F9CB207F11C9}" type="sibTrans" cxnId="{6BB90817-F17C-4D8F-98AC-930A6BADC6D9}">
      <dgm:prSet/>
      <dgm:spPr/>
      <dgm:t>
        <a:bodyPr/>
        <a:lstStyle/>
        <a:p>
          <a:endParaRPr lang="en-US"/>
        </a:p>
      </dgm:t>
    </dgm:pt>
    <dgm:pt modelId="{21439C93-298B-4031-8DFD-6DBB471F3184}" type="pres">
      <dgm:prSet presAssocID="{8163CC50-A6F5-44AF-B2B7-5372725AFF2D}" presName="linear" presStyleCnt="0">
        <dgm:presLayoutVars>
          <dgm:animLvl val="lvl"/>
          <dgm:resizeHandles val="exact"/>
        </dgm:presLayoutVars>
      </dgm:prSet>
      <dgm:spPr/>
    </dgm:pt>
    <dgm:pt modelId="{CDFC2E78-8BA7-48A2-9D3F-B3F58459FE1D}" type="pres">
      <dgm:prSet presAssocID="{DDB6FFF0-8B56-4691-892F-20B1EACF24B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73B467-83F8-4F53-8629-545E78961CE6}" type="pres">
      <dgm:prSet presAssocID="{E077CD26-9140-430E-9162-A4C9B487CBD6}" presName="spacer" presStyleCnt="0"/>
      <dgm:spPr/>
    </dgm:pt>
    <dgm:pt modelId="{0DB0DC21-5537-4C77-8E7A-94B4321FEDFC}" type="pres">
      <dgm:prSet presAssocID="{0F7131B6-001A-4249-A305-146FC4C229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D3F0EB4-5EF9-4583-A5F7-72E16F824766}" type="pres">
      <dgm:prSet presAssocID="{0F7131B6-001A-4249-A305-146FC4C22993}" presName="childText" presStyleLbl="revTx" presStyleIdx="0" presStyleCnt="2">
        <dgm:presLayoutVars>
          <dgm:bulletEnabled val="1"/>
        </dgm:presLayoutVars>
      </dgm:prSet>
      <dgm:spPr/>
    </dgm:pt>
    <dgm:pt modelId="{88425468-E6CA-426C-AB90-02C852D769DA}" type="pres">
      <dgm:prSet presAssocID="{C3A2BC7B-4F35-4961-B5C1-7A5A9D854D4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0A59F11-F565-40BC-9190-9E30B29116C7}" type="pres">
      <dgm:prSet presAssocID="{C3A2BC7B-4F35-4961-B5C1-7A5A9D854D4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F760601-192D-4C77-A6C7-ADACBACD8931}" srcId="{0F7131B6-001A-4249-A305-146FC4C22993}" destId="{8A465D28-4E54-4F3C-A042-69C6C524883B}" srcOrd="0" destOrd="0" parTransId="{94622DEC-1E23-406C-ABD4-9DED96A2833D}" sibTransId="{3BBE0FAA-A701-40D2-AEC6-B31DE2574C77}"/>
    <dgm:cxn modelId="{B6AB3004-BC0D-4220-9316-ACD2421BF64A}" srcId="{0F7131B6-001A-4249-A305-146FC4C22993}" destId="{F51BD05E-858A-49A8-BB39-810936A74DF6}" srcOrd="1" destOrd="0" parTransId="{4AC708F0-8004-4878-8D6A-5679A0598AF1}" sibTransId="{8A48AB4C-D953-4D4F-9EFF-88DC6072E8B1}"/>
    <dgm:cxn modelId="{4C2B8A10-075C-4C52-94A4-94CF6BBAD1CB}" type="presOf" srcId="{F51BD05E-858A-49A8-BB39-810936A74DF6}" destId="{7D3F0EB4-5EF9-4583-A5F7-72E16F824766}" srcOrd="0" destOrd="1" presId="urn:microsoft.com/office/officeart/2005/8/layout/vList2"/>
    <dgm:cxn modelId="{6BB90817-F17C-4D8F-98AC-930A6BADC6D9}" srcId="{C3A2BC7B-4F35-4961-B5C1-7A5A9D854D48}" destId="{2EAD6DA4-CD36-4261-B481-51812F95D8D8}" srcOrd="2" destOrd="0" parTransId="{B7DC7D76-6963-4686-8C2C-3B464F13AA40}" sibTransId="{DBF91996-D5D1-437D-90B5-F9CB207F11C9}"/>
    <dgm:cxn modelId="{5E8DFB25-7C6F-4EB9-BA48-F2CA14F8434E}" type="presOf" srcId="{8DF44BC4-2C64-4963-B061-35D7C82818A3}" destId="{7D3F0EB4-5EF9-4583-A5F7-72E16F824766}" srcOrd="0" destOrd="2" presId="urn:microsoft.com/office/officeart/2005/8/layout/vList2"/>
    <dgm:cxn modelId="{3DFD7B2A-87A8-4E32-A137-DA8AEDF0980E}" srcId="{C3A2BC7B-4F35-4961-B5C1-7A5A9D854D48}" destId="{2BFBBA20-3A66-408A-AB28-C4F4B69E9BDC}" srcOrd="1" destOrd="0" parTransId="{1428DE53-CDD3-4451-B004-87DD3E403274}" sibTransId="{8B5E882E-8427-4354-A83F-5BDFC4A07306}"/>
    <dgm:cxn modelId="{1CF5CE37-78CD-4C6F-8DF7-148D6416CD04}" srcId="{8163CC50-A6F5-44AF-B2B7-5372725AFF2D}" destId="{DDB6FFF0-8B56-4691-892F-20B1EACF24BD}" srcOrd="0" destOrd="0" parTransId="{C67F30E8-B9EF-44F2-AB1F-2C4AC12200A3}" sibTransId="{E077CD26-9140-430E-9162-A4C9B487CBD6}"/>
    <dgm:cxn modelId="{B2D15B67-BE4F-44C2-9878-0BF680D559C5}" srcId="{8163CC50-A6F5-44AF-B2B7-5372725AFF2D}" destId="{C3A2BC7B-4F35-4961-B5C1-7A5A9D854D48}" srcOrd="2" destOrd="0" parTransId="{B7218121-BB5A-475C-A52C-DC806DAE07C8}" sibTransId="{5FFA2897-9A22-486A-8023-F8C4C04C221F}"/>
    <dgm:cxn modelId="{561ADC7D-9C8D-47A4-A080-540B67DFAD50}" type="presOf" srcId="{C3A2BC7B-4F35-4961-B5C1-7A5A9D854D48}" destId="{88425468-E6CA-426C-AB90-02C852D769DA}" srcOrd="0" destOrd="0" presId="urn:microsoft.com/office/officeart/2005/8/layout/vList2"/>
    <dgm:cxn modelId="{E61CA999-6614-4C13-88EB-6B597B8CD163}" srcId="{8163CC50-A6F5-44AF-B2B7-5372725AFF2D}" destId="{0F7131B6-001A-4249-A305-146FC4C22993}" srcOrd="1" destOrd="0" parTransId="{782119DB-0844-4028-9B08-AC5EA3DCC3F7}" sibTransId="{65524F56-9241-4260-9FEB-00A5A06687AF}"/>
    <dgm:cxn modelId="{1D04A7AE-AC92-4642-89E3-36368A507A47}" srcId="{C3A2BC7B-4F35-4961-B5C1-7A5A9D854D48}" destId="{CEDDBE09-A070-4C05-B7B7-26E38F9D5B30}" srcOrd="0" destOrd="0" parTransId="{ECAE3A8E-3311-4404-A171-2C723B63AF93}" sibTransId="{19EEDA14-77A4-4CAA-BC0C-F0F73776E5F1}"/>
    <dgm:cxn modelId="{AAA7ECB6-2900-4863-9DAF-051C9BA8E15A}" srcId="{0F7131B6-001A-4249-A305-146FC4C22993}" destId="{8DF44BC4-2C64-4963-B061-35D7C82818A3}" srcOrd="2" destOrd="0" parTransId="{55527DD5-8B21-4AB6-B22D-20A4FF586C3A}" sibTransId="{5B46DA1D-F949-464D-B327-7DEB7F0BFFA8}"/>
    <dgm:cxn modelId="{E39265C3-6C1B-4ECA-8A2B-5A58485BC959}" type="presOf" srcId="{2EAD6DA4-CD36-4261-B481-51812F95D8D8}" destId="{20A59F11-F565-40BC-9190-9E30B29116C7}" srcOrd="0" destOrd="2" presId="urn:microsoft.com/office/officeart/2005/8/layout/vList2"/>
    <dgm:cxn modelId="{F67D5CC4-7E34-4C72-9420-B2FDA1050941}" type="presOf" srcId="{8163CC50-A6F5-44AF-B2B7-5372725AFF2D}" destId="{21439C93-298B-4031-8DFD-6DBB471F3184}" srcOrd="0" destOrd="0" presId="urn:microsoft.com/office/officeart/2005/8/layout/vList2"/>
    <dgm:cxn modelId="{7B3984D7-15BA-44C8-84CE-DCE60FF5BA32}" type="presOf" srcId="{DDB6FFF0-8B56-4691-892F-20B1EACF24BD}" destId="{CDFC2E78-8BA7-48A2-9D3F-B3F58459FE1D}" srcOrd="0" destOrd="0" presId="urn:microsoft.com/office/officeart/2005/8/layout/vList2"/>
    <dgm:cxn modelId="{66D997D8-0789-4B81-9BC5-9DCAD58BF243}" type="presOf" srcId="{0F7131B6-001A-4249-A305-146FC4C22993}" destId="{0DB0DC21-5537-4C77-8E7A-94B4321FEDFC}" srcOrd="0" destOrd="0" presId="urn:microsoft.com/office/officeart/2005/8/layout/vList2"/>
    <dgm:cxn modelId="{BA44D5E3-E0BC-4AB4-95AA-4EE758854649}" type="presOf" srcId="{8A465D28-4E54-4F3C-A042-69C6C524883B}" destId="{7D3F0EB4-5EF9-4583-A5F7-72E16F824766}" srcOrd="0" destOrd="0" presId="urn:microsoft.com/office/officeart/2005/8/layout/vList2"/>
    <dgm:cxn modelId="{A32985F4-710D-48A0-8AE4-C1865E971F85}" type="presOf" srcId="{CEDDBE09-A070-4C05-B7B7-26E38F9D5B30}" destId="{20A59F11-F565-40BC-9190-9E30B29116C7}" srcOrd="0" destOrd="0" presId="urn:microsoft.com/office/officeart/2005/8/layout/vList2"/>
    <dgm:cxn modelId="{90CCE8F6-7033-4E23-BD13-62546C146C4B}" type="presOf" srcId="{2BFBBA20-3A66-408A-AB28-C4F4B69E9BDC}" destId="{20A59F11-F565-40BC-9190-9E30B29116C7}" srcOrd="0" destOrd="1" presId="urn:microsoft.com/office/officeart/2005/8/layout/vList2"/>
    <dgm:cxn modelId="{70E0A669-1044-4786-8EF1-B1D37E9FA9B6}" type="presParOf" srcId="{21439C93-298B-4031-8DFD-6DBB471F3184}" destId="{CDFC2E78-8BA7-48A2-9D3F-B3F58459FE1D}" srcOrd="0" destOrd="0" presId="urn:microsoft.com/office/officeart/2005/8/layout/vList2"/>
    <dgm:cxn modelId="{BEF537BF-D0F6-4005-840C-0D4E340E58C5}" type="presParOf" srcId="{21439C93-298B-4031-8DFD-6DBB471F3184}" destId="{F073B467-83F8-4F53-8629-545E78961CE6}" srcOrd="1" destOrd="0" presId="urn:microsoft.com/office/officeart/2005/8/layout/vList2"/>
    <dgm:cxn modelId="{44D1AE6C-24FD-4B11-BB37-D6037CEC080E}" type="presParOf" srcId="{21439C93-298B-4031-8DFD-6DBB471F3184}" destId="{0DB0DC21-5537-4C77-8E7A-94B4321FEDFC}" srcOrd="2" destOrd="0" presId="urn:microsoft.com/office/officeart/2005/8/layout/vList2"/>
    <dgm:cxn modelId="{DB2142CB-174A-4F8A-AA25-D2BF6EC438A7}" type="presParOf" srcId="{21439C93-298B-4031-8DFD-6DBB471F3184}" destId="{7D3F0EB4-5EF9-4583-A5F7-72E16F824766}" srcOrd="3" destOrd="0" presId="urn:microsoft.com/office/officeart/2005/8/layout/vList2"/>
    <dgm:cxn modelId="{80D2EBF4-21EA-40ED-B0B0-8AC98259AF4B}" type="presParOf" srcId="{21439C93-298B-4031-8DFD-6DBB471F3184}" destId="{88425468-E6CA-426C-AB90-02C852D769DA}" srcOrd="4" destOrd="0" presId="urn:microsoft.com/office/officeart/2005/8/layout/vList2"/>
    <dgm:cxn modelId="{2A8D3E58-46A4-45EC-B79D-923E8F943979}" type="presParOf" srcId="{21439C93-298B-4031-8DFD-6DBB471F3184}" destId="{20A59F11-F565-40BC-9190-9E30B29116C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8B4AB0-8460-4579-888B-DFF96801D6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480AAAA-BC16-43DF-95E5-CEBAD274DACA}">
      <dgm:prSet/>
      <dgm:spPr/>
      <dgm:t>
        <a:bodyPr/>
        <a:lstStyle/>
        <a:p>
          <a:r>
            <a:rPr lang="en-ID" b="1"/>
            <a:t>Spesifik, Jangan Umum:</a:t>
          </a:r>
          <a:endParaRPr lang="en-US"/>
        </a:p>
      </dgm:t>
    </dgm:pt>
    <dgm:pt modelId="{6E09A45C-0ECD-4D08-917F-E1FCF6291406}" type="parTrans" cxnId="{8CC7AC13-5FF0-4A6C-9222-8FB9FA2E2D3B}">
      <dgm:prSet/>
      <dgm:spPr/>
      <dgm:t>
        <a:bodyPr/>
        <a:lstStyle/>
        <a:p>
          <a:endParaRPr lang="en-US"/>
        </a:p>
      </dgm:t>
    </dgm:pt>
    <dgm:pt modelId="{934D58E5-D322-419C-8EFD-338FD92296FD}" type="sibTrans" cxnId="{8CC7AC13-5FF0-4A6C-9222-8FB9FA2E2D3B}">
      <dgm:prSet/>
      <dgm:spPr/>
      <dgm:t>
        <a:bodyPr/>
        <a:lstStyle/>
        <a:p>
          <a:endParaRPr lang="en-US"/>
        </a:p>
      </dgm:t>
    </dgm:pt>
    <dgm:pt modelId="{80AD25C3-F93C-4DCC-8B87-C3F782A27CDE}">
      <dgm:prSet/>
      <dgm:spPr/>
      <dgm:t>
        <a:bodyPr/>
        <a:lstStyle/>
        <a:p>
          <a:r>
            <a:rPr lang="en-ID" b="1"/>
            <a:t>Buruk:</a:t>
          </a:r>
          <a:r>
            <a:rPr lang="en-ID"/>
            <a:t> </a:t>
          </a:r>
          <a:r>
            <a:rPr lang="en-ID" b="1"/>
            <a:t>Allow Any Any from Any to Any</a:t>
          </a:r>
          <a:endParaRPr lang="en-US"/>
        </a:p>
      </dgm:t>
    </dgm:pt>
    <dgm:pt modelId="{C889B883-67A9-4B30-86D8-E9FEA04F1B48}" type="parTrans" cxnId="{C04F45D1-AA9C-48AF-93A6-5D35348E4404}">
      <dgm:prSet/>
      <dgm:spPr/>
      <dgm:t>
        <a:bodyPr/>
        <a:lstStyle/>
        <a:p>
          <a:endParaRPr lang="en-US"/>
        </a:p>
      </dgm:t>
    </dgm:pt>
    <dgm:pt modelId="{57F36D4F-5B19-45DA-8F99-F5A38C7D82B4}" type="sibTrans" cxnId="{C04F45D1-AA9C-48AF-93A6-5D35348E4404}">
      <dgm:prSet/>
      <dgm:spPr/>
      <dgm:t>
        <a:bodyPr/>
        <a:lstStyle/>
        <a:p>
          <a:endParaRPr lang="en-US"/>
        </a:p>
      </dgm:t>
    </dgm:pt>
    <dgm:pt modelId="{D6BD6476-3EDB-46D7-8D9F-B66B0F4CC31E}">
      <dgm:prSet/>
      <dgm:spPr/>
      <dgm:t>
        <a:bodyPr/>
        <a:lstStyle/>
        <a:p>
          <a:r>
            <a:rPr lang="en-ID" b="1"/>
            <a:t>Baik:</a:t>
          </a:r>
          <a:r>
            <a:rPr lang="en-ID"/>
            <a:t> </a:t>
          </a:r>
          <a:r>
            <a:rPr lang="en-ID" b="1"/>
            <a:t>Allow TCP Port 443 from Web Server IP to Database Server IP</a:t>
          </a:r>
          <a:endParaRPr lang="en-US"/>
        </a:p>
      </dgm:t>
    </dgm:pt>
    <dgm:pt modelId="{FDF9F0B7-1254-4329-B873-BF99A6F9DAA8}" type="parTrans" cxnId="{644D9D3B-2303-4C0B-8223-DD248B0E5AD7}">
      <dgm:prSet/>
      <dgm:spPr/>
      <dgm:t>
        <a:bodyPr/>
        <a:lstStyle/>
        <a:p>
          <a:endParaRPr lang="en-US"/>
        </a:p>
      </dgm:t>
    </dgm:pt>
    <dgm:pt modelId="{4C7482BF-9FCA-466C-AE7E-7B5D2C8BF13F}" type="sibTrans" cxnId="{644D9D3B-2303-4C0B-8223-DD248B0E5AD7}">
      <dgm:prSet/>
      <dgm:spPr/>
      <dgm:t>
        <a:bodyPr/>
        <a:lstStyle/>
        <a:p>
          <a:endParaRPr lang="en-US"/>
        </a:p>
      </dgm:t>
    </dgm:pt>
    <dgm:pt modelId="{F7A4F46C-D6E4-4CA3-A7D2-E9337E41B2F5}">
      <dgm:prSet/>
      <dgm:spPr/>
      <dgm:t>
        <a:bodyPr/>
        <a:lstStyle/>
        <a:p>
          <a:r>
            <a:rPr lang="en-ID" b="1"/>
            <a:t>Segmentasi:</a:t>
          </a:r>
          <a:r>
            <a:rPr lang="en-ID"/>
            <a:t> Pisahkan jaringan menjadi zona-zona (DMZ, Internal, Guest) dengan aturan yang ketat di antaranya.</a:t>
          </a:r>
          <a:endParaRPr lang="en-US"/>
        </a:p>
      </dgm:t>
    </dgm:pt>
    <dgm:pt modelId="{1E219666-8474-4218-8CEB-4BFCAA49C44A}" type="parTrans" cxnId="{A254DC97-27BF-461D-B4B4-2A816418E08F}">
      <dgm:prSet/>
      <dgm:spPr/>
      <dgm:t>
        <a:bodyPr/>
        <a:lstStyle/>
        <a:p>
          <a:endParaRPr lang="en-US"/>
        </a:p>
      </dgm:t>
    </dgm:pt>
    <dgm:pt modelId="{700F1EE7-6B94-4FE0-ABEA-0FA0C989FC57}" type="sibTrans" cxnId="{A254DC97-27BF-461D-B4B4-2A816418E08F}">
      <dgm:prSet/>
      <dgm:spPr/>
      <dgm:t>
        <a:bodyPr/>
        <a:lstStyle/>
        <a:p>
          <a:endParaRPr lang="en-US"/>
        </a:p>
      </dgm:t>
    </dgm:pt>
    <dgm:pt modelId="{05F84278-21F1-4016-960B-1382366A32E5}">
      <dgm:prSet/>
      <dgm:spPr/>
      <dgm:t>
        <a:bodyPr/>
        <a:lstStyle/>
        <a:p>
          <a:r>
            <a:rPr lang="en-ID" b="1"/>
            <a:t>Gunakan Object Groups:</a:t>
          </a:r>
          <a:r>
            <a:rPr lang="en-ID"/>
            <a:t> Kelompokkan IP, port, atau layanan untuk mempermudah manajemen aturan.</a:t>
          </a:r>
          <a:endParaRPr lang="en-US"/>
        </a:p>
      </dgm:t>
    </dgm:pt>
    <dgm:pt modelId="{4274EBB6-6602-4500-9D45-FBD6E30521E4}" type="parTrans" cxnId="{536C372A-45BB-4B8E-90C0-1EC9852F8F5F}">
      <dgm:prSet/>
      <dgm:spPr/>
      <dgm:t>
        <a:bodyPr/>
        <a:lstStyle/>
        <a:p>
          <a:endParaRPr lang="en-US"/>
        </a:p>
      </dgm:t>
    </dgm:pt>
    <dgm:pt modelId="{4763EB2F-B3EC-4408-945F-5F1CFB6D4237}" type="sibTrans" cxnId="{536C372A-45BB-4B8E-90C0-1EC9852F8F5F}">
      <dgm:prSet/>
      <dgm:spPr/>
      <dgm:t>
        <a:bodyPr/>
        <a:lstStyle/>
        <a:p>
          <a:endParaRPr lang="en-US"/>
        </a:p>
      </dgm:t>
    </dgm:pt>
    <dgm:pt modelId="{B01CCC50-1EF4-499C-B4A4-731C9C8EDEB9}">
      <dgm:prSet/>
      <dgm:spPr/>
      <dgm:t>
        <a:bodyPr/>
        <a:lstStyle/>
        <a:p>
          <a:r>
            <a:rPr lang="en-ID" b="1"/>
            <a:t>Dokumentasi:</a:t>
          </a:r>
          <a:r>
            <a:rPr lang="en-ID"/>
            <a:t> Selalu tambahkan komentar pada setiap aturan menjelaskan mengapa aturan itu ada. Siapa yang membuatnya dan kapan?</a:t>
          </a:r>
          <a:endParaRPr lang="en-US"/>
        </a:p>
      </dgm:t>
    </dgm:pt>
    <dgm:pt modelId="{6F6605D9-5B29-4868-8C2F-68D3FD71E80B}" type="parTrans" cxnId="{E99D498E-D8BB-41EF-880C-E1D16448391C}">
      <dgm:prSet/>
      <dgm:spPr/>
      <dgm:t>
        <a:bodyPr/>
        <a:lstStyle/>
        <a:p>
          <a:endParaRPr lang="en-US"/>
        </a:p>
      </dgm:t>
    </dgm:pt>
    <dgm:pt modelId="{A97557B0-90E7-4422-B55B-1269DF589A1D}" type="sibTrans" cxnId="{E99D498E-D8BB-41EF-880C-E1D16448391C}">
      <dgm:prSet/>
      <dgm:spPr/>
      <dgm:t>
        <a:bodyPr/>
        <a:lstStyle/>
        <a:p>
          <a:endParaRPr lang="en-US"/>
        </a:p>
      </dgm:t>
    </dgm:pt>
    <dgm:pt modelId="{71731C51-5C57-4F46-AEE2-F7D9495D86E0}" type="pres">
      <dgm:prSet presAssocID="{AC8B4AB0-8460-4579-888B-DFF96801D6C1}" presName="root" presStyleCnt="0">
        <dgm:presLayoutVars>
          <dgm:dir/>
          <dgm:resizeHandles val="exact"/>
        </dgm:presLayoutVars>
      </dgm:prSet>
      <dgm:spPr/>
    </dgm:pt>
    <dgm:pt modelId="{17FFFDBC-AAE2-46E9-90FD-2E02D4EA95CC}" type="pres">
      <dgm:prSet presAssocID="{3480AAAA-BC16-43DF-95E5-CEBAD274DACA}" presName="compNode" presStyleCnt="0"/>
      <dgm:spPr/>
    </dgm:pt>
    <dgm:pt modelId="{C68BD34B-B616-4C85-81B1-79764E801235}" type="pres">
      <dgm:prSet presAssocID="{3480AAAA-BC16-43DF-95E5-CEBAD274DACA}" presName="bgRect" presStyleLbl="bgShp" presStyleIdx="0" presStyleCnt="4"/>
      <dgm:spPr/>
    </dgm:pt>
    <dgm:pt modelId="{68ABD521-57B4-4CC2-AD91-1755A0EAB819}" type="pres">
      <dgm:prSet presAssocID="{3480AAAA-BC16-43DF-95E5-CEBAD274DAC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A0A76D1-8800-42D7-A5A1-293ED36FFAE3}" type="pres">
      <dgm:prSet presAssocID="{3480AAAA-BC16-43DF-95E5-CEBAD274DACA}" presName="spaceRect" presStyleCnt="0"/>
      <dgm:spPr/>
    </dgm:pt>
    <dgm:pt modelId="{CD612BD9-553D-4656-8A0F-6C18F712AB12}" type="pres">
      <dgm:prSet presAssocID="{3480AAAA-BC16-43DF-95E5-CEBAD274DACA}" presName="parTx" presStyleLbl="revTx" presStyleIdx="0" presStyleCnt="5">
        <dgm:presLayoutVars>
          <dgm:chMax val="0"/>
          <dgm:chPref val="0"/>
        </dgm:presLayoutVars>
      </dgm:prSet>
      <dgm:spPr/>
    </dgm:pt>
    <dgm:pt modelId="{0293E554-F2EE-43F9-A15F-ACE2DB40A7C5}" type="pres">
      <dgm:prSet presAssocID="{3480AAAA-BC16-43DF-95E5-CEBAD274DACA}" presName="desTx" presStyleLbl="revTx" presStyleIdx="1" presStyleCnt="5">
        <dgm:presLayoutVars/>
      </dgm:prSet>
      <dgm:spPr/>
    </dgm:pt>
    <dgm:pt modelId="{4D9E3897-1FB2-41E5-8CA2-19F410118ECC}" type="pres">
      <dgm:prSet presAssocID="{934D58E5-D322-419C-8EFD-338FD92296FD}" presName="sibTrans" presStyleCnt="0"/>
      <dgm:spPr/>
    </dgm:pt>
    <dgm:pt modelId="{162F94DA-6901-4342-ADA6-A343D2F81B43}" type="pres">
      <dgm:prSet presAssocID="{F7A4F46C-D6E4-4CA3-A7D2-E9337E41B2F5}" presName="compNode" presStyleCnt="0"/>
      <dgm:spPr/>
    </dgm:pt>
    <dgm:pt modelId="{B379AD2A-DE0B-4CC7-972D-8EDA0613B8D1}" type="pres">
      <dgm:prSet presAssocID="{F7A4F46C-D6E4-4CA3-A7D2-E9337E41B2F5}" presName="bgRect" presStyleLbl="bgShp" presStyleIdx="1" presStyleCnt="4"/>
      <dgm:spPr/>
    </dgm:pt>
    <dgm:pt modelId="{F1BAB68F-9DCE-445A-8195-1C34B59426C1}" type="pres">
      <dgm:prSet presAssocID="{F7A4F46C-D6E4-4CA3-A7D2-E9337E41B2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7B59462D-4EE1-48A1-B29A-56E79E30B844}" type="pres">
      <dgm:prSet presAssocID="{F7A4F46C-D6E4-4CA3-A7D2-E9337E41B2F5}" presName="spaceRect" presStyleCnt="0"/>
      <dgm:spPr/>
    </dgm:pt>
    <dgm:pt modelId="{7069E137-0C54-448C-9422-52A14B8DA55E}" type="pres">
      <dgm:prSet presAssocID="{F7A4F46C-D6E4-4CA3-A7D2-E9337E41B2F5}" presName="parTx" presStyleLbl="revTx" presStyleIdx="2" presStyleCnt="5">
        <dgm:presLayoutVars>
          <dgm:chMax val="0"/>
          <dgm:chPref val="0"/>
        </dgm:presLayoutVars>
      </dgm:prSet>
      <dgm:spPr/>
    </dgm:pt>
    <dgm:pt modelId="{EBC4D811-07C4-49DF-A5FD-C24A6D9CAF27}" type="pres">
      <dgm:prSet presAssocID="{700F1EE7-6B94-4FE0-ABEA-0FA0C989FC57}" presName="sibTrans" presStyleCnt="0"/>
      <dgm:spPr/>
    </dgm:pt>
    <dgm:pt modelId="{A823DEF5-3CE9-4C69-B32C-BE53BEE2F1CD}" type="pres">
      <dgm:prSet presAssocID="{05F84278-21F1-4016-960B-1382366A32E5}" presName="compNode" presStyleCnt="0"/>
      <dgm:spPr/>
    </dgm:pt>
    <dgm:pt modelId="{98B3F9A9-476C-40B2-915B-FB35DFFD36AA}" type="pres">
      <dgm:prSet presAssocID="{05F84278-21F1-4016-960B-1382366A32E5}" presName="bgRect" presStyleLbl="bgShp" presStyleIdx="2" presStyleCnt="4"/>
      <dgm:spPr/>
    </dgm:pt>
    <dgm:pt modelId="{7A19AC42-2FC0-4786-AA7B-A739E886922C}" type="pres">
      <dgm:prSet presAssocID="{05F84278-21F1-4016-960B-1382366A32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F5AD216-6451-4778-9A9A-CC53A0C0E31C}" type="pres">
      <dgm:prSet presAssocID="{05F84278-21F1-4016-960B-1382366A32E5}" presName="spaceRect" presStyleCnt="0"/>
      <dgm:spPr/>
    </dgm:pt>
    <dgm:pt modelId="{74AD8272-3B39-4833-8C6D-9F5215DE00E4}" type="pres">
      <dgm:prSet presAssocID="{05F84278-21F1-4016-960B-1382366A32E5}" presName="parTx" presStyleLbl="revTx" presStyleIdx="3" presStyleCnt="5">
        <dgm:presLayoutVars>
          <dgm:chMax val="0"/>
          <dgm:chPref val="0"/>
        </dgm:presLayoutVars>
      </dgm:prSet>
      <dgm:spPr/>
    </dgm:pt>
    <dgm:pt modelId="{300F4827-2472-4FF8-80F8-3A8DCCF47015}" type="pres">
      <dgm:prSet presAssocID="{4763EB2F-B3EC-4408-945F-5F1CFB6D4237}" presName="sibTrans" presStyleCnt="0"/>
      <dgm:spPr/>
    </dgm:pt>
    <dgm:pt modelId="{E3824B02-E171-4421-BACA-A8D9273600B8}" type="pres">
      <dgm:prSet presAssocID="{B01CCC50-1EF4-499C-B4A4-731C9C8EDEB9}" presName="compNode" presStyleCnt="0"/>
      <dgm:spPr/>
    </dgm:pt>
    <dgm:pt modelId="{FC4C1450-0510-4415-AA90-30E7A443ED38}" type="pres">
      <dgm:prSet presAssocID="{B01CCC50-1EF4-499C-B4A4-731C9C8EDEB9}" presName="bgRect" presStyleLbl="bgShp" presStyleIdx="3" presStyleCnt="4"/>
      <dgm:spPr/>
    </dgm:pt>
    <dgm:pt modelId="{35D3C8DB-C018-42DB-B287-E765E80B8575}" type="pres">
      <dgm:prSet presAssocID="{B01CCC50-1EF4-499C-B4A4-731C9C8EDE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3CE02EF0-5C84-49A5-AF58-ECE61F333065}" type="pres">
      <dgm:prSet presAssocID="{B01CCC50-1EF4-499C-B4A4-731C9C8EDEB9}" presName="spaceRect" presStyleCnt="0"/>
      <dgm:spPr/>
    </dgm:pt>
    <dgm:pt modelId="{A472D787-1EAB-49CC-923D-1DB1A7A9B70A}" type="pres">
      <dgm:prSet presAssocID="{B01CCC50-1EF4-499C-B4A4-731C9C8EDEB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114DF08-1AAC-414F-B198-89340810424B}" type="presOf" srcId="{D6BD6476-3EDB-46D7-8D9F-B66B0F4CC31E}" destId="{0293E554-F2EE-43F9-A15F-ACE2DB40A7C5}" srcOrd="0" destOrd="1" presId="urn:microsoft.com/office/officeart/2018/2/layout/IconVerticalSolidList"/>
    <dgm:cxn modelId="{2E4A3610-E1AF-4298-B785-87FBD810113A}" type="presOf" srcId="{AC8B4AB0-8460-4579-888B-DFF96801D6C1}" destId="{71731C51-5C57-4F46-AEE2-F7D9495D86E0}" srcOrd="0" destOrd="0" presId="urn:microsoft.com/office/officeart/2018/2/layout/IconVerticalSolidList"/>
    <dgm:cxn modelId="{8CC7AC13-5FF0-4A6C-9222-8FB9FA2E2D3B}" srcId="{AC8B4AB0-8460-4579-888B-DFF96801D6C1}" destId="{3480AAAA-BC16-43DF-95E5-CEBAD274DACA}" srcOrd="0" destOrd="0" parTransId="{6E09A45C-0ECD-4D08-917F-E1FCF6291406}" sibTransId="{934D58E5-D322-419C-8EFD-338FD92296FD}"/>
    <dgm:cxn modelId="{536C372A-45BB-4B8E-90C0-1EC9852F8F5F}" srcId="{AC8B4AB0-8460-4579-888B-DFF96801D6C1}" destId="{05F84278-21F1-4016-960B-1382366A32E5}" srcOrd="2" destOrd="0" parTransId="{4274EBB6-6602-4500-9D45-FBD6E30521E4}" sibTransId="{4763EB2F-B3EC-4408-945F-5F1CFB6D4237}"/>
    <dgm:cxn modelId="{644D9D3B-2303-4C0B-8223-DD248B0E5AD7}" srcId="{3480AAAA-BC16-43DF-95E5-CEBAD274DACA}" destId="{D6BD6476-3EDB-46D7-8D9F-B66B0F4CC31E}" srcOrd="1" destOrd="0" parTransId="{FDF9F0B7-1254-4329-B873-BF99A6F9DAA8}" sibTransId="{4C7482BF-9FCA-466C-AE7E-7B5D2C8BF13F}"/>
    <dgm:cxn modelId="{71477D3C-9843-48B3-A21A-2C9ECF11D582}" type="presOf" srcId="{F7A4F46C-D6E4-4CA3-A7D2-E9337E41B2F5}" destId="{7069E137-0C54-448C-9422-52A14B8DA55E}" srcOrd="0" destOrd="0" presId="urn:microsoft.com/office/officeart/2018/2/layout/IconVerticalSolidList"/>
    <dgm:cxn modelId="{F08FC451-B64D-4A1C-8CF4-EB58B742480E}" type="presOf" srcId="{3480AAAA-BC16-43DF-95E5-CEBAD274DACA}" destId="{CD612BD9-553D-4656-8A0F-6C18F712AB12}" srcOrd="0" destOrd="0" presId="urn:microsoft.com/office/officeart/2018/2/layout/IconVerticalSolidList"/>
    <dgm:cxn modelId="{E99D498E-D8BB-41EF-880C-E1D16448391C}" srcId="{AC8B4AB0-8460-4579-888B-DFF96801D6C1}" destId="{B01CCC50-1EF4-499C-B4A4-731C9C8EDEB9}" srcOrd="3" destOrd="0" parTransId="{6F6605D9-5B29-4868-8C2F-68D3FD71E80B}" sibTransId="{A97557B0-90E7-4422-B55B-1269DF589A1D}"/>
    <dgm:cxn modelId="{A254DC97-27BF-461D-B4B4-2A816418E08F}" srcId="{AC8B4AB0-8460-4579-888B-DFF96801D6C1}" destId="{F7A4F46C-D6E4-4CA3-A7D2-E9337E41B2F5}" srcOrd="1" destOrd="0" parTransId="{1E219666-8474-4218-8CEB-4BFCAA49C44A}" sibTransId="{700F1EE7-6B94-4FE0-ABEA-0FA0C989FC57}"/>
    <dgm:cxn modelId="{1186E39D-68B1-423B-A8BB-9B28ABCD9C41}" type="presOf" srcId="{05F84278-21F1-4016-960B-1382366A32E5}" destId="{74AD8272-3B39-4833-8C6D-9F5215DE00E4}" srcOrd="0" destOrd="0" presId="urn:microsoft.com/office/officeart/2018/2/layout/IconVerticalSolidList"/>
    <dgm:cxn modelId="{277154A3-448D-4510-BD18-C8A7A6B45D39}" type="presOf" srcId="{80AD25C3-F93C-4DCC-8B87-C3F782A27CDE}" destId="{0293E554-F2EE-43F9-A15F-ACE2DB40A7C5}" srcOrd="0" destOrd="0" presId="urn:microsoft.com/office/officeart/2018/2/layout/IconVerticalSolidList"/>
    <dgm:cxn modelId="{E62250D0-157E-4336-9AD7-10B392D1C347}" type="presOf" srcId="{B01CCC50-1EF4-499C-B4A4-731C9C8EDEB9}" destId="{A472D787-1EAB-49CC-923D-1DB1A7A9B70A}" srcOrd="0" destOrd="0" presId="urn:microsoft.com/office/officeart/2018/2/layout/IconVerticalSolidList"/>
    <dgm:cxn modelId="{C04F45D1-AA9C-48AF-93A6-5D35348E4404}" srcId="{3480AAAA-BC16-43DF-95E5-CEBAD274DACA}" destId="{80AD25C3-F93C-4DCC-8B87-C3F782A27CDE}" srcOrd="0" destOrd="0" parTransId="{C889B883-67A9-4B30-86D8-E9FEA04F1B48}" sibTransId="{57F36D4F-5B19-45DA-8F99-F5A38C7D82B4}"/>
    <dgm:cxn modelId="{6669A7BB-E9A9-47D2-9634-DFCFB1CE8C74}" type="presParOf" srcId="{71731C51-5C57-4F46-AEE2-F7D9495D86E0}" destId="{17FFFDBC-AAE2-46E9-90FD-2E02D4EA95CC}" srcOrd="0" destOrd="0" presId="urn:microsoft.com/office/officeart/2018/2/layout/IconVerticalSolidList"/>
    <dgm:cxn modelId="{87AE768E-DA9E-4876-8DF1-17873D2DA05D}" type="presParOf" srcId="{17FFFDBC-AAE2-46E9-90FD-2E02D4EA95CC}" destId="{C68BD34B-B616-4C85-81B1-79764E801235}" srcOrd="0" destOrd="0" presId="urn:microsoft.com/office/officeart/2018/2/layout/IconVerticalSolidList"/>
    <dgm:cxn modelId="{7E0F33CE-E781-4326-97BF-3390464BE212}" type="presParOf" srcId="{17FFFDBC-AAE2-46E9-90FD-2E02D4EA95CC}" destId="{68ABD521-57B4-4CC2-AD91-1755A0EAB819}" srcOrd="1" destOrd="0" presId="urn:microsoft.com/office/officeart/2018/2/layout/IconVerticalSolidList"/>
    <dgm:cxn modelId="{29573962-1482-48E0-928E-2968F025BEBE}" type="presParOf" srcId="{17FFFDBC-AAE2-46E9-90FD-2E02D4EA95CC}" destId="{4A0A76D1-8800-42D7-A5A1-293ED36FFAE3}" srcOrd="2" destOrd="0" presId="urn:microsoft.com/office/officeart/2018/2/layout/IconVerticalSolidList"/>
    <dgm:cxn modelId="{8695149C-F627-4CA6-BD8E-A17D1F33E619}" type="presParOf" srcId="{17FFFDBC-AAE2-46E9-90FD-2E02D4EA95CC}" destId="{CD612BD9-553D-4656-8A0F-6C18F712AB12}" srcOrd="3" destOrd="0" presId="urn:microsoft.com/office/officeart/2018/2/layout/IconVerticalSolidList"/>
    <dgm:cxn modelId="{780F6245-DF32-446E-9FF9-A74E503892DD}" type="presParOf" srcId="{17FFFDBC-AAE2-46E9-90FD-2E02D4EA95CC}" destId="{0293E554-F2EE-43F9-A15F-ACE2DB40A7C5}" srcOrd="4" destOrd="0" presId="urn:microsoft.com/office/officeart/2018/2/layout/IconVerticalSolidList"/>
    <dgm:cxn modelId="{7EFFF83A-E2BA-4FDE-9EBF-55BF1CB9DF4B}" type="presParOf" srcId="{71731C51-5C57-4F46-AEE2-F7D9495D86E0}" destId="{4D9E3897-1FB2-41E5-8CA2-19F410118ECC}" srcOrd="1" destOrd="0" presId="urn:microsoft.com/office/officeart/2018/2/layout/IconVerticalSolidList"/>
    <dgm:cxn modelId="{C384269C-50EE-4D28-95C1-FF33B0B76C42}" type="presParOf" srcId="{71731C51-5C57-4F46-AEE2-F7D9495D86E0}" destId="{162F94DA-6901-4342-ADA6-A343D2F81B43}" srcOrd="2" destOrd="0" presId="urn:microsoft.com/office/officeart/2018/2/layout/IconVerticalSolidList"/>
    <dgm:cxn modelId="{39D3AAA1-0EC7-4804-AF85-945AC36EC608}" type="presParOf" srcId="{162F94DA-6901-4342-ADA6-A343D2F81B43}" destId="{B379AD2A-DE0B-4CC7-972D-8EDA0613B8D1}" srcOrd="0" destOrd="0" presId="urn:microsoft.com/office/officeart/2018/2/layout/IconVerticalSolidList"/>
    <dgm:cxn modelId="{33E9CB5A-87C6-4227-8071-CCA253CFFA5B}" type="presParOf" srcId="{162F94DA-6901-4342-ADA6-A343D2F81B43}" destId="{F1BAB68F-9DCE-445A-8195-1C34B59426C1}" srcOrd="1" destOrd="0" presId="urn:microsoft.com/office/officeart/2018/2/layout/IconVerticalSolidList"/>
    <dgm:cxn modelId="{6B82F5D5-8C75-4BD8-A265-24A0792DFD59}" type="presParOf" srcId="{162F94DA-6901-4342-ADA6-A343D2F81B43}" destId="{7B59462D-4EE1-48A1-B29A-56E79E30B844}" srcOrd="2" destOrd="0" presId="urn:microsoft.com/office/officeart/2018/2/layout/IconVerticalSolidList"/>
    <dgm:cxn modelId="{31FDB80E-17AB-4567-9057-3010CE5B5CDC}" type="presParOf" srcId="{162F94DA-6901-4342-ADA6-A343D2F81B43}" destId="{7069E137-0C54-448C-9422-52A14B8DA55E}" srcOrd="3" destOrd="0" presId="urn:microsoft.com/office/officeart/2018/2/layout/IconVerticalSolidList"/>
    <dgm:cxn modelId="{05914A58-3241-497B-B118-F2593AC04A70}" type="presParOf" srcId="{71731C51-5C57-4F46-AEE2-F7D9495D86E0}" destId="{EBC4D811-07C4-49DF-A5FD-C24A6D9CAF27}" srcOrd="3" destOrd="0" presId="urn:microsoft.com/office/officeart/2018/2/layout/IconVerticalSolidList"/>
    <dgm:cxn modelId="{EEB19DF3-3C47-4C70-AAB3-90635563E83E}" type="presParOf" srcId="{71731C51-5C57-4F46-AEE2-F7D9495D86E0}" destId="{A823DEF5-3CE9-4C69-B32C-BE53BEE2F1CD}" srcOrd="4" destOrd="0" presId="urn:microsoft.com/office/officeart/2018/2/layout/IconVerticalSolidList"/>
    <dgm:cxn modelId="{99419097-A049-4A8B-9C80-9791E91BD38A}" type="presParOf" srcId="{A823DEF5-3CE9-4C69-B32C-BE53BEE2F1CD}" destId="{98B3F9A9-476C-40B2-915B-FB35DFFD36AA}" srcOrd="0" destOrd="0" presId="urn:microsoft.com/office/officeart/2018/2/layout/IconVerticalSolidList"/>
    <dgm:cxn modelId="{B90036CE-59B3-4B6F-8893-82DC5049DA9F}" type="presParOf" srcId="{A823DEF5-3CE9-4C69-B32C-BE53BEE2F1CD}" destId="{7A19AC42-2FC0-4786-AA7B-A739E886922C}" srcOrd="1" destOrd="0" presId="urn:microsoft.com/office/officeart/2018/2/layout/IconVerticalSolidList"/>
    <dgm:cxn modelId="{0F6F90AE-E50F-4CCC-8142-D1446B9602A7}" type="presParOf" srcId="{A823DEF5-3CE9-4C69-B32C-BE53BEE2F1CD}" destId="{EF5AD216-6451-4778-9A9A-CC53A0C0E31C}" srcOrd="2" destOrd="0" presId="urn:microsoft.com/office/officeart/2018/2/layout/IconVerticalSolidList"/>
    <dgm:cxn modelId="{FFE9B744-BBD8-4F66-A68E-B6FB6668D425}" type="presParOf" srcId="{A823DEF5-3CE9-4C69-B32C-BE53BEE2F1CD}" destId="{74AD8272-3B39-4833-8C6D-9F5215DE00E4}" srcOrd="3" destOrd="0" presId="urn:microsoft.com/office/officeart/2018/2/layout/IconVerticalSolidList"/>
    <dgm:cxn modelId="{2CDABA46-26F9-416D-9742-E90B3A329E9A}" type="presParOf" srcId="{71731C51-5C57-4F46-AEE2-F7D9495D86E0}" destId="{300F4827-2472-4FF8-80F8-3A8DCCF47015}" srcOrd="5" destOrd="0" presId="urn:microsoft.com/office/officeart/2018/2/layout/IconVerticalSolidList"/>
    <dgm:cxn modelId="{B3A21752-61BA-432B-B552-C931A15A6372}" type="presParOf" srcId="{71731C51-5C57-4F46-AEE2-F7D9495D86E0}" destId="{E3824B02-E171-4421-BACA-A8D9273600B8}" srcOrd="6" destOrd="0" presId="urn:microsoft.com/office/officeart/2018/2/layout/IconVerticalSolidList"/>
    <dgm:cxn modelId="{E62F43F0-A6BE-43F3-9A23-3EF2B2425487}" type="presParOf" srcId="{E3824B02-E171-4421-BACA-A8D9273600B8}" destId="{FC4C1450-0510-4415-AA90-30E7A443ED38}" srcOrd="0" destOrd="0" presId="urn:microsoft.com/office/officeart/2018/2/layout/IconVerticalSolidList"/>
    <dgm:cxn modelId="{302079B9-AE1A-48B8-B280-402D9F85A7A0}" type="presParOf" srcId="{E3824B02-E171-4421-BACA-A8D9273600B8}" destId="{35D3C8DB-C018-42DB-B287-E765E80B8575}" srcOrd="1" destOrd="0" presId="urn:microsoft.com/office/officeart/2018/2/layout/IconVerticalSolidList"/>
    <dgm:cxn modelId="{62DF553F-F49A-43F8-B07C-785B6F5B13A3}" type="presParOf" srcId="{E3824B02-E171-4421-BACA-A8D9273600B8}" destId="{3CE02EF0-5C84-49A5-AF58-ECE61F333065}" srcOrd="2" destOrd="0" presId="urn:microsoft.com/office/officeart/2018/2/layout/IconVerticalSolidList"/>
    <dgm:cxn modelId="{8402DFC0-6DB4-4933-A8FC-A129D3A1C0C7}" type="presParOf" srcId="{E3824B02-E171-4421-BACA-A8D9273600B8}" destId="{A472D787-1EAB-49CC-923D-1DB1A7A9B7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20501B-89FA-461B-9D5D-6E110AEC48F7}" type="doc">
      <dgm:prSet loTypeId="urn:microsoft.com/office/officeart/2005/8/layout/process2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2807D0-61F5-491C-9855-62B28DFD0EA4}">
      <dgm:prSet/>
      <dgm:spPr/>
      <dgm:t>
        <a:bodyPr/>
        <a:lstStyle/>
        <a:p>
          <a:r>
            <a:rPr lang="en-ID" b="1"/>
            <a:t>Kurangi False Positives:</a:t>
          </a:r>
          <a:endParaRPr lang="en-US"/>
        </a:p>
      </dgm:t>
    </dgm:pt>
    <dgm:pt modelId="{F598D936-D48F-470B-A8D9-A37F00CA47C7}" type="parTrans" cxnId="{1C26F050-FA4A-41DA-A7A7-DF6C32194169}">
      <dgm:prSet/>
      <dgm:spPr/>
      <dgm:t>
        <a:bodyPr/>
        <a:lstStyle/>
        <a:p>
          <a:endParaRPr lang="en-US"/>
        </a:p>
      </dgm:t>
    </dgm:pt>
    <dgm:pt modelId="{4A1125A3-C655-4880-8B80-BFF7BA42A21A}" type="sibTrans" cxnId="{1C26F050-FA4A-41DA-A7A7-DF6C32194169}">
      <dgm:prSet/>
      <dgm:spPr/>
      <dgm:t>
        <a:bodyPr/>
        <a:lstStyle/>
        <a:p>
          <a:endParaRPr lang="en-US"/>
        </a:p>
      </dgm:t>
    </dgm:pt>
    <dgm:pt modelId="{9560B5A3-6CC7-419F-AF77-499498CBBF67}">
      <dgm:prSet/>
      <dgm:spPr/>
      <dgm:t>
        <a:bodyPr/>
        <a:lstStyle/>
        <a:p>
          <a:r>
            <a:rPr lang="en-ID"/>
            <a:t>Sesuaikan aturan dengan lingkungan spesifik Anda. Nonaktifkan aturan yang tidak relevan.</a:t>
          </a:r>
          <a:endParaRPr lang="en-US"/>
        </a:p>
      </dgm:t>
    </dgm:pt>
    <dgm:pt modelId="{F487ECD3-934A-404E-BCB8-3E90E45E97FB}" type="parTrans" cxnId="{26172C43-C70A-429A-A262-9BECCCDF4951}">
      <dgm:prSet/>
      <dgm:spPr/>
      <dgm:t>
        <a:bodyPr/>
        <a:lstStyle/>
        <a:p>
          <a:endParaRPr lang="en-US"/>
        </a:p>
      </dgm:t>
    </dgm:pt>
    <dgm:pt modelId="{83F4D158-49AA-48A1-B3D4-57DEA7301893}" type="sibTrans" cxnId="{26172C43-C70A-429A-A262-9BECCCDF4951}">
      <dgm:prSet/>
      <dgm:spPr/>
      <dgm:t>
        <a:bodyPr/>
        <a:lstStyle/>
        <a:p>
          <a:endParaRPr lang="en-US"/>
        </a:p>
      </dgm:t>
    </dgm:pt>
    <dgm:pt modelId="{AE21F887-B7FF-4BB2-BE14-75A1ECA36BDB}">
      <dgm:prSet/>
      <dgm:spPr/>
      <dgm:t>
        <a:bodyPr/>
        <a:lstStyle/>
        <a:p>
          <a:r>
            <a:rPr lang="en-ID"/>
            <a:t>Gunakan </a:t>
          </a:r>
          <a:r>
            <a:rPr lang="en-ID" i="1"/>
            <a:t>whitelisting</a:t>
          </a:r>
          <a:r>
            <a:rPr lang="en-ID"/>
            <a:t> untuk traffic yang sah namun terlihat mencurigakan.</a:t>
          </a:r>
          <a:endParaRPr lang="en-US"/>
        </a:p>
      </dgm:t>
    </dgm:pt>
    <dgm:pt modelId="{DC56F0C0-C659-4D62-92C3-15C42319FF07}" type="parTrans" cxnId="{847CC7D1-31BA-4893-A3ED-7435BEF7B507}">
      <dgm:prSet/>
      <dgm:spPr/>
      <dgm:t>
        <a:bodyPr/>
        <a:lstStyle/>
        <a:p>
          <a:endParaRPr lang="en-US"/>
        </a:p>
      </dgm:t>
    </dgm:pt>
    <dgm:pt modelId="{EEDFF535-637D-416C-AC2F-D5419C656E1B}" type="sibTrans" cxnId="{847CC7D1-31BA-4893-A3ED-7435BEF7B507}">
      <dgm:prSet/>
      <dgm:spPr/>
      <dgm:t>
        <a:bodyPr/>
        <a:lstStyle/>
        <a:p>
          <a:endParaRPr lang="en-US"/>
        </a:p>
      </dgm:t>
    </dgm:pt>
    <dgm:pt modelId="{52182620-D505-4B39-9A88-8D9BE18155C5}">
      <dgm:prSet/>
      <dgm:spPr/>
      <dgm:t>
        <a:bodyPr/>
        <a:lstStyle/>
        <a:p>
          <a:r>
            <a:rPr lang="en-ID" b="1"/>
            <a:t>Tingkatkan True Positives:</a:t>
          </a:r>
          <a:endParaRPr lang="en-US"/>
        </a:p>
      </dgm:t>
    </dgm:pt>
    <dgm:pt modelId="{E8AD71C8-0BAC-42AD-95E0-77EDD89EB6B8}" type="parTrans" cxnId="{FBFE4C32-908E-4A0E-93E3-C6A0E3984813}">
      <dgm:prSet/>
      <dgm:spPr/>
      <dgm:t>
        <a:bodyPr/>
        <a:lstStyle/>
        <a:p>
          <a:endParaRPr lang="en-US"/>
        </a:p>
      </dgm:t>
    </dgm:pt>
    <dgm:pt modelId="{60DB5B0E-2DB1-4ECC-95A9-0A8F0C4B771A}" type="sibTrans" cxnId="{FBFE4C32-908E-4A0E-93E3-C6A0E3984813}">
      <dgm:prSet/>
      <dgm:spPr/>
      <dgm:t>
        <a:bodyPr/>
        <a:lstStyle/>
        <a:p>
          <a:endParaRPr lang="en-US"/>
        </a:p>
      </dgm:t>
    </dgm:pt>
    <dgm:pt modelId="{345DC42C-C240-492B-9AA6-24F59F9A7FCC}">
      <dgm:prSet/>
      <dgm:spPr/>
      <dgm:t>
        <a:bodyPr/>
        <a:lstStyle/>
        <a:p>
          <a:r>
            <a:rPr lang="en-ID" b="1"/>
            <a:t>Custom Rules:</a:t>
          </a:r>
          <a:r>
            <a:rPr lang="en-ID"/>
            <a:t> Buat aturan khusus untuk mendeteksi pola serangan yang relevan dengan aplikasi Anda.</a:t>
          </a:r>
          <a:endParaRPr lang="en-US"/>
        </a:p>
      </dgm:t>
    </dgm:pt>
    <dgm:pt modelId="{B65C0970-B5F2-4502-9236-5603ABFF7C03}" type="parTrans" cxnId="{69262C0B-D414-4F90-9073-F760C6768233}">
      <dgm:prSet/>
      <dgm:spPr/>
      <dgm:t>
        <a:bodyPr/>
        <a:lstStyle/>
        <a:p>
          <a:endParaRPr lang="en-US"/>
        </a:p>
      </dgm:t>
    </dgm:pt>
    <dgm:pt modelId="{28DC568E-B856-495A-8B09-D1D1412777D3}" type="sibTrans" cxnId="{69262C0B-D414-4F90-9073-F760C6768233}">
      <dgm:prSet/>
      <dgm:spPr/>
      <dgm:t>
        <a:bodyPr/>
        <a:lstStyle/>
        <a:p>
          <a:endParaRPr lang="en-US"/>
        </a:p>
      </dgm:t>
    </dgm:pt>
    <dgm:pt modelId="{84E8C1AC-396E-4D92-8A0B-271360316626}">
      <dgm:prSet/>
      <dgm:spPr/>
      <dgm:t>
        <a:bodyPr/>
        <a:lstStyle/>
        <a:p>
          <a:r>
            <a:rPr lang="en-ID" b="1"/>
            <a:t>Perbarui Signature:</a:t>
          </a:r>
          <a:r>
            <a:rPr lang="en-ID"/>
            <a:t> Pastikan database signature IDS selalu up-to-date.</a:t>
          </a:r>
          <a:endParaRPr lang="en-US"/>
        </a:p>
      </dgm:t>
    </dgm:pt>
    <dgm:pt modelId="{A03D6ACD-1AFB-48F2-8C4D-6157D35830A7}" type="parTrans" cxnId="{5DC0A926-A021-4724-B868-CB796AAD48B4}">
      <dgm:prSet/>
      <dgm:spPr/>
      <dgm:t>
        <a:bodyPr/>
        <a:lstStyle/>
        <a:p>
          <a:endParaRPr lang="en-US"/>
        </a:p>
      </dgm:t>
    </dgm:pt>
    <dgm:pt modelId="{34ED0D9D-6FF0-43D7-824A-E324552AACDB}" type="sibTrans" cxnId="{5DC0A926-A021-4724-B868-CB796AAD48B4}">
      <dgm:prSet/>
      <dgm:spPr/>
      <dgm:t>
        <a:bodyPr/>
        <a:lstStyle/>
        <a:p>
          <a:endParaRPr lang="en-US"/>
        </a:p>
      </dgm:t>
    </dgm:pt>
    <dgm:pt modelId="{B22FE071-BFC8-433C-B250-1B0F7A13D1C4}">
      <dgm:prSet/>
      <dgm:spPr/>
      <dgm:t>
        <a:bodyPr/>
        <a:lstStyle/>
        <a:p>
          <a:r>
            <a:rPr lang="en-ID" b="1"/>
            <a:t>Correlation:</a:t>
          </a:r>
          <a:r>
            <a:rPr lang="en-ID"/>
            <a:t> Gunakan SIEM (Security Information and Event Management) untuk menghubungkan alert dari berbagai sumber (Firewall, IDS, Server Log) dan mendapatkan gambaran serangan yang utuh.</a:t>
          </a:r>
          <a:endParaRPr lang="en-US"/>
        </a:p>
      </dgm:t>
    </dgm:pt>
    <dgm:pt modelId="{E711B2EB-4015-46B5-9972-A29FD0F89113}" type="parTrans" cxnId="{1592B6FB-60EC-4CF3-A002-B25ECC539AD1}">
      <dgm:prSet/>
      <dgm:spPr/>
      <dgm:t>
        <a:bodyPr/>
        <a:lstStyle/>
        <a:p>
          <a:endParaRPr lang="en-US"/>
        </a:p>
      </dgm:t>
    </dgm:pt>
    <dgm:pt modelId="{1C1AAFC3-B26B-44DC-BFFF-265B5BE7F721}" type="sibTrans" cxnId="{1592B6FB-60EC-4CF3-A002-B25ECC539AD1}">
      <dgm:prSet/>
      <dgm:spPr/>
      <dgm:t>
        <a:bodyPr/>
        <a:lstStyle/>
        <a:p>
          <a:endParaRPr lang="en-US"/>
        </a:p>
      </dgm:t>
    </dgm:pt>
    <dgm:pt modelId="{71F63801-DB48-4457-9DF3-B2DC796B2F2E}" type="pres">
      <dgm:prSet presAssocID="{3D20501B-89FA-461B-9D5D-6E110AEC48F7}" presName="linearFlow" presStyleCnt="0">
        <dgm:presLayoutVars>
          <dgm:resizeHandles val="exact"/>
        </dgm:presLayoutVars>
      </dgm:prSet>
      <dgm:spPr/>
    </dgm:pt>
    <dgm:pt modelId="{FE3EEF86-A5D1-4C2F-B27C-3DF041CEF263}" type="pres">
      <dgm:prSet presAssocID="{FF2807D0-61F5-491C-9855-62B28DFD0EA4}" presName="node" presStyleLbl="node1" presStyleIdx="0" presStyleCnt="3">
        <dgm:presLayoutVars>
          <dgm:bulletEnabled val="1"/>
        </dgm:presLayoutVars>
      </dgm:prSet>
      <dgm:spPr/>
    </dgm:pt>
    <dgm:pt modelId="{4A6E7889-6BB1-43AE-9559-E357956EDA91}" type="pres">
      <dgm:prSet presAssocID="{4A1125A3-C655-4880-8B80-BFF7BA42A21A}" presName="sibTrans" presStyleLbl="sibTrans2D1" presStyleIdx="0" presStyleCnt="2"/>
      <dgm:spPr/>
    </dgm:pt>
    <dgm:pt modelId="{C970ABD4-C7B8-44AE-8E11-428D350791D3}" type="pres">
      <dgm:prSet presAssocID="{4A1125A3-C655-4880-8B80-BFF7BA42A21A}" presName="connectorText" presStyleLbl="sibTrans2D1" presStyleIdx="0" presStyleCnt="2"/>
      <dgm:spPr/>
    </dgm:pt>
    <dgm:pt modelId="{D1F840F4-6782-49E7-9F8E-F3E9F8612BD3}" type="pres">
      <dgm:prSet presAssocID="{52182620-D505-4B39-9A88-8D9BE18155C5}" presName="node" presStyleLbl="node1" presStyleIdx="1" presStyleCnt="3">
        <dgm:presLayoutVars>
          <dgm:bulletEnabled val="1"/>
        </dgm:presLayoutVars>
      </dgm:prSet>
      <dgm:spPr/>
    </dgm:pt>
    <dgm:pt modelId="{F4004205-42F9-4526-9628-058D8BC7B913}" type="pres">
      <dgm:prSet presAssocID="{60DB5B0E-2DB1-4ECC-95A9-0A8F0C4B771A}" presName="sibTrans" presStyleLbl="sibTrans2D1" presStyleIdx="1" presStyleCnt="2"/>
      <dgm:spPr/>
    </dgm:pt>
    <dgm:pt modelId="{36255E0E-0443-42F3-B001-E580AE4F8D45}" type="pres">
      <dgm:prSet presAssocID="{60DB5B0E-2DB1-4ECC-95A9-0A8F0C4B771A}" presName="connectorText" presStyleLbl="sibTrans2D1" presStyleIdx="1" presStyleCnt="2"/>
      <dgm:spPr/>
    </dgm:pt>
    <dgm:pt modelId="{4441F85B-E66F-4378-B1BC-5E20FDB363F2}" type="pres">
      <dgm:prSet presAssocID="{B22FE071-BFC8-433C-B250-1B0F7A13D1C4}" presName="node" presStyleLbl="node1" presStyleIdx="2" presStyleCnt="3">
        <dgm:presLayoutVars>
          <dgm:bulletEnabled val="1"/>
        </dgm:presLayoutVars>
      </dgm:prSet>
      <dgm:spPr/>
    </dgm:pt>
  </dgm:ptLst>
  <dgm:cxnLst>
    <dgm:cxn modelId="{69262C0B-D414-4F90-9073-F760C6768233}" srcId="{52182620-D505-4B39-9A88-8D9BE18155C5}" destId="{345DC42C-C240-492B-9AA6-24F59F9A7FCC}" srcOrd="0" destOrd="0" parTransId="{B65C0970-B5F2-4502-9236-5603ABFF7C03}" sibTransId="{28DC568E-B856-495A-8B09-D1D1412777D3}"/>
    <dgm:cxn modelId="{0305831D-3D29-49D3-9162-878664DDBC00}" type="presOf" srcId="{4A1125A3-C655-4880-8B80-BFF7BA42A21A}" destId="{4A6E7889-6BB1-43AE-9559-E357956EDA91}" srcOrd="0" destOrd="0" presId="urn:microsoft.com/office/officeart/2005/8/layout/process2"/>
    <dgm:cxn modelId="{5DC0A926-A021-4724-B868-CB796AAD48B4}" srcId="{52182620-D505-4B39-9A88-8D9BE18155C5}" destId="{84E8C1AC-396E-4D92-8A0B-271360316626}" srcOrd="1" destOrd="0" parTransId="{A03D6ACD-1AFB-48F2-8C4D-6157D35830A7}" sibTransId="{34ED0D9D-6FF0-43D7-824A-E324552AACDB}"/>
    <dgm:cxn modelId="{FBFE4C32-908E-4A0E-93E3-C6A0E3984813}" srcId="{3D20501B-89FA-461B-9D5D-6E110AEC48F7}" destId="{52182620-D505-4B39-9A88-8D9BE18155C5}" srcOrd="1" destOrd="0" parTransId="{E8AD71C8-0BAC-42AD-95E0-77EDD89EB6B8}" sibTransId="{60DB5B0E-2DB1-4ECC-95A9-0A8F0C4B771A}"/>
    <dgm:cxn modelId="{26172C43-C70A-429A-A262-9BECCCDF4951}" srcId="{FF2807D0-61F5-491C-9855-62B28DFD0EA4}" destId="{9560B5A3-6CC7-419F-AF77-499498CBBF67}" srcOrd="0" destOrd="0" parTransId="{F487ECD3-934A-404E-BCB8-3E90E45E97FB}" sibTransId="{83F4D158-49AA-48A1-B3D4-57DEA7301893}"/>
    <dgm:cxn modelId="{63F56A65-78E5-47EE-8C1D-90E5D98A6369}" type="presOf" srcId="{60DB5B0E-2DB1-4ECC-95A9-0A8F0C4B771A}" destId="{36255E0E-0443-42F3-B001-E580AE4F8D45}" srcOrd="1" destOrd="0" presId="urn:microsoft.com/office/officeart/2005/8/layout/process2"/>
    <dgm:cxn modelId="{411AED4D-E930-4581-9503-9F63280F700A}" type="presOf" srcId="{AE21F887-B7FF-4BB2-BE14-75A1ECA36BDB}" destId="{FE3EEF86-A5D1-4C2F-B27C-3DF041CEF263}" srcOrd="0" destOrd="2" presId="urn:microsoft.com/office/officeart/2005/8/layout/process2"/>
    <dgm:cxn modelId="{1C26F050-FA4A-41DA-A7A7-DF6C32194169}" srcId="{3D20501B-89FA-461B-9D5D-6E110AEC48F7}" destId="{FF2807D0-61F5-491C-9855-62B28DFD0EA4}" srcOrd="0" destOrd="0" parTransId="{F598D936-D48F-470B-A8D9-A37F00CA47C7}" sibTransId="{4A1125A3-C655-4880-8B80-BFF7BA42A21A}"/>
    <dgm:cxn modelId="{60A5068B-76CB-4015-8882-4693E72091E4}" type="presOf" srcId="{84E8C1AC-396E-4D92-8A0B-271360316626}" destId="{D1F840F4-6782-49E7-9F8E-F3E9F8612BD3}" srcOrd="0" destOrd="2" presId="urn:microsoft.com/office/officeart/2005/8/layout/process2"/>
    <dgm:cxn modelId="{18209C98-14BF-4896-B654-5F383831A98D}" type="presOf" srcId="{4A1125A3-C655-4880-8B80-BFF7BA42A21A}" destId="{C970ABD4-C7B8-44AE-8E11-428D350791D3}" srcOrd="1" destOrd="0" presId="urn:microsoft.com/office/officeart/2005/8/layout/process2"/>
    <dgm:cxn modelId="{1AD0F5B7-3B3F-4E1B-ACA3-94E4AFEFB067}" type="presOf" srcId="{3D20501B-89FA-461B-9D5D-6E110AEC48F7}" destId="{71F63801-DB48-4457-9DF3-B2DC796B2F2E}" srcOrd="0" destOrd="0" presId="urn:microsoft.com/office/officeart/2005/8/layout/process2"/>
    <dgm:cxn modelId="{34F2BBC6-2674-4382-9F26-53CC1B9E7CE2}" type="presOf" srcId="{345DC42C-C240-492B-9AA6-24F59F9A7FCC}" destId="{D1F840F4-6782-49E7-9F8E-F3E9F8612BD3}" srcOrd="0" destOrd="1" presId="urn:microsoft.com/office/officeart/2005/8/layout/process2"/>
    <dgm:cxn modelId="{5A1F0FCF-ED20-4871-967D-C6A227E8AB05}" type="presOf" srcId="{60DB5B0E-2DB1-4ECC-95A9-0A8F0C4B771A}" destId="{F4004205-42F9-4526-9628-058D8BC7B913}" srcOrd="0" destOrd="0" presId="urn:microsoft.com/office/officeart/2005/8/layout/process2"/>
    <dgm:cxn modelId="{847CC7D1-31BA-4893-A3ED-7435BEF7B507}" srcId="{FF2807D0-61F5-491C-9855-62B28DFD0EA4}" destId="{AE21F887-B7FF-4BB2-BE14-75A1ECA36BDB}" srcOrd="1" destOrd="0" parTransId="{DC56F0C0-C659-4D62-92C3-15C42319FF07}" sibTransId="{EEDFF535-637D-416C-AC2F-D5419C656E1B}"/>
    <dgm:cxn modelId="{0405B1D3-36F5-4C03-8F4F-00712A36FBFC}" type="presOf" srcId="{52182620-D505-4B39-9A88-8D9BE18155C5}" destId="{D1F840F4-6782-49E7-9F8E-F3E9F8612BD3}" srcOrd="0" destOrd="0" presId="urn:microsoft.com/office/officeart/2005/8/layout/process2"/>
    <dgm:cxn modelId="{AF568FDC-C67E-42DE-9421-3AE59768C61C}" type="presOf" srcId="{B22FE071-BFC8-433C-B250-1B0F7A13D1C4}" destId="{4441F85B-E66F-4378-B1BC-5E20FDB363F2}" srcOrd="0" destOrd="0" presId="urn:microsoft.com/office/officeart/2005/8/layout/process2"/>
    <dgm:cxn modelId="{581DB9EB-294D-43B6-9C7D-E487BABCABE5}" type="presOf" srcId="{FF2807D0-61F5-491C-9855-62B28DFD0EA4}" destId="{FE3EEF86-A5D1-4C2F-B27C-3DF041CEF263}" srcOrd="0" destOrd="0" presId="urn:microsoft.com/office/officeart/2005/8/layout/process2"/>
    <dgm:cxn modelId="{1592B6FB-60EC-4CF3-A002-B25ECC539AD1}" srcId="{3D20501B-89FA-461B-9D5D-6E110AEC48F7}" destId="{B22FE071-BFC8-433C-B250-1B0F7A13D1C4}" srcOrd="2" destOrd="0" parTransId="{E711B2EB-4015-46B5-9972-A29FD0F89113}" sibTransId="{1C1AAFC3-B26B-44DC-BFFF-265B5BE7F721}"/>
    <dgm:cxn modelId="{691306FC-71E8-4C9F-8363-DB3B5224091C}" type="presOf" srcId="{9560B5A3-6CC7-419F-AF77-499498CBBF67}" destId="{FE3EEF86-A5D1-4C2F-B27C-3DF041CEF263}" srcOrd="0" destOrd="1" presId="urn:microsoft.com/office/officeart/2005/8/layout/process2"/>
    <dgm:cxn modelId="{DDBB483F-A516-4067-9D9A-248230D2FB59}" type="presParOf" srcId="{71F63801-DB48-4457-9DF3-B2DC796B2F2E}" destId="{FE3EEF86-A5D1-4C2F-B27C-3DF041CEF263}" srcOrd="0" destOrd="0" presId="urn:microsoft.com/office/officeart/2005/8/layout/process2"/>
    <dgm:cxn modelId="{3FE45BC8-FE8C-4AF2-A209-7B6801153D34}" type="presParOf" srcId="{71F63801-DB48-4457-9DF3-B2DC796B2F2E}" destId="{4A6E7889-6BB1-43AE-9559-E357956EDA91}" srcOrd="1" destOrd="0" presId="urn:microsoft.com/office/officeart/2005/8/layout/process2"/>
    <dgm:cxn modelId="{C64646B6-9E27-4834-B9B6-63CBE2A2656B}" type="presParOf" srcId="{4A6E7889-6BB1-43AE-9559-E357956EDA91}" destId="{C970ABD4-C7B8-44AE-8E11-428D350791D3}" srcOrd="0" destOrd="0" presId="urn:microsoft.com/office/officeart/2005/8/layout/process2"/>
    <dgm:cxn modelId="{3C67AFE9-1318-4DC4-B44F-F19E9B3ABAC7}" type="presParOf" srcId="{71F63801-DB48-4457-9DF3-B2DC796B2F2E}" destId="{D1F840F4-6782-49E7-9F8E-F3E9F8612BD3}" srcOrd="2" destOrd="0" presId="urn:microsoft.com/office/officeart/2005/8/layout/process2"/>
    <dgm:cxn modelId="{77C8D222-ED13-4373-83DF-910D92EB408B}" type="presParOf" srcId="{71F63801-DB48-4457-9DF3-B2DC796B2F2E}" destId="{F4004205-42F9-4526-9628-058D8BC7B913}" srcOrd="3" destOrd="0" presId="urn:microsoft.com/office/officeart/2005/8/layout/process2"/>
    <dgm:cxn modelId="{651810C6-80CA-42F7-83BA-D514370F00EC}" type="presParOf" srcId="{F4004205-42F9-4526-9628-058D8BC7B913}" destId="{36255E0E-0443-42F3-B001-E580AE4F8D45}" srcOrd="0" destOrd="0" presId="urn:microsoft.com/office/officeart/2005/8/layout/process2"/>
    <dgm:cxn modelId="{5300C291-BCBD-4A9C-9598-772FC948E76F}" type="presParOf" srcId="{71F63801-DB48-4457-9DF3-B2DC796B2F2E}" destId="{4441F85B-E66F-4378-B1BC-5E20FDB363F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13D2D9-8F4B-4892-A3F4-BF2E9D25DF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207EF1-AE3B-4F0C-B9FD-63E1EEDDE8F7}">
      <dgm:prSet/>
      <dgm:spPr/>
      <dgm:t>
        <a:bodyPr/>
        <a:lstStyle/>
        <a:p>
          <a:r>
            <a:rPr lang="en-ID" b="1"/>
            <a:t>Apa itu Patch Management?</a:t>
          </a:r>
          <a:r>
            <a:rPr lang="en-ID"/>
            <a:t> Proses identifikasi, akuisisi, pengujian, dan penerapan </a:t>
          </a:r>
          <a:r>
            <a:rPr lang="en-ID" i="1"/>
            <a:t>patch</a:t>
          </a:r>
          <a:r>
            <a:rPr lang="en-ID"/>
            <a:t> (perbaikan) pada perangkat lunak dan sistem.</a:t>
          </a:r>
          <a:endParaRPr lang="en-US"/>
        </a:p>
      </dgm:t>
    </dgm:pt>
    <dgm:pt modelId="{B55834C8-8BFF-4356-BE0E-98BAC7A45D18}" type="parTrans" cxnId="{7A4A3DC7-D3CB-4D31-9204-7F982716B9CC}">
      <dgm:prSet/>
      <dgm:spPr/>
      <dgm:t>
        <a:bodyPr/>
        <a:lstStyle/>
        <a:p>
          <a:endParaRPr lang="en-US"/>
        </a:p>
      </dgm:t>
    </dgm:pt>
    <dgm:pt modelId="{338D079D-9256-44BF-BA5F-A5C94DD2B197}" type="sibTrans" cxnId="{7A4A3DC7-D3CB-4D31-9204-7F982716B9CC}">
      <dgm:prSet/>
      <dgm:spPr/>
      <dgm:t>
        <a:bodyPr/>
        <a:lstStyle/>
        <a:p>
          <a:endParaRPr lang="en-US"/>
        </a:p>
      </dgm:t>
    </dgm:pt>
    <dgm:pt modelId="{F06BFD91-4C62-42A7-AE1A-0F29C5E89520}">
      <dgm:prSet/>
      <dgm:spPr/>
      <dgm:t>
        <a:bodyPr/>
        <a:lstStyle/>
        <a:p>
          <a:r>
            <a:rPr lang="en-ID" b="1"/>
            <a:t>Mengapa Ini Sangat Penting?</a:t>
          </a:r>
          <a:endParaRPr lang="en-US"/>
        </a:p>
      </dgm:t>
    </dgm:pt>
    <dgm:pt modelId="{D9127E52-8F9B-45AA-95FA-EF3700E4D8BC}" type="parTrans" cxnId="{B4DC7FA6-A7FE-433D-A3B1-34734EDCB5A3}">
      <dgm:prSet/>
      <dgm:spPr/>
      <dgm:t>
        <a:bodyPr/>
        <a:lstStyle/>
        <a:p>
          <a:endParaRPr lang="en-US"/>
        </a:p>
      </dgm:t>
    </dgm:pt>
    <dgm:pt modelId="{7627B450-D0CE-43E8-88FF-F76B5E006802}" type="sibTrans" cxnId="{B4DC7FA6-A7FE-433D-A3B1-34734EDCB5A3}">
      <dgm:prSet/>
      <dgm:spPr/>
      <dgm:t>
        <a:bodyPr/>
        <a:lstStyle/>
        <a:p>
          <a:endParaRPr lang="en-US"/>
        </a:p>
      </dgm:t>
    </dgm:pt>
    <dgm:pt modelId="{7C701652-4BA7-49CD-8BD0-F3EA7AC62270}">
      <dgm:prSet/>
      <dgm:spPr/>
      <dgm:t>
        <a:bodyPr/>
        <a:lstStyle/>
        <a:p>
          <a:r>
            <a:rPr lang="en-ID" b="1"/>
            <a:t>Menghilangkan Kerentanan:</a:t>
          </a:r>
          <a:r>
            <a:rPr lang="en-ID"/>
            <a:t> Banyak serangan (termasuk yang memungkinkan evasi) memanfaatkan bug yang sudah diperbaiki.</a:t>
          </a:r>
          <a:endParaRPr lang="en-US"/>
        </a:p>
      </dgm:t>
    </dgm:pt>
    <dgm:pt modelId="{22A5DF8D-C29D-421C-B649-95626BEB7273}" type="parTrans" cxnId="{3D1F0BAD-4E00-4B21-B3ED-446D191A1175}">
      <dgm:prSet/>
      <dgm:spPr/>
      <dgm:t>
        <a:bodyPr/>
        <a:lstStyle/>
        <a:p>
          <a:endParaRPr lang="en-US"/>
        </a:p>
      </dgm:t>
    </dgm:pt>
    <dgm:pt modelId="{EC36CBE4-A478-41F9-AD46-5930AAEC910E}" type="sibTrans" cxnId="{3D1F0BAD-4E00-4B21-B3ED-446D191A1175}">
      <dgm:prSet/>
      <dgm:spPr/>
      <dgm:t>
        <a:bodyPr/>
        <a:lstStyle/>
        <a:p>
          <a:endParaRPr lang="en-US"/>
        </a:p>
      </dgm:t>
    </dgm:pt>
    <dgm:pt modelId="{7D939BCA-29C1-4FDA-85AD-AC5C4518647D}">
      <dgm:prSet/>
      <dgm:spPr/>
      <dgm:t>
        <a:bodyPr/>
        <a:lstStyle/>
        <a:p>
          <a:r>
            <a:rPr lang="en-ID" b="1"/>
            <a:t>Mencegah Eksplotasi Nol-Hari:</a:t>
          </a:r>
          <a:r>
            <a:rPr lang="en-ID"/>
            <a:t> Patch management yang baik mempersingkat jendela serangan.</a:t>
          </a:r>
          <a:endParaRPr lang="en-US"/>
        </a:p>
      </dgm:t>
    </dgm:pt>
    <dgm:pt modelId="{3C3CEDCA-FBEE-4E98-A42F-7AE420F98E51}" type="parTrans" cxnId="{DA6C0958-6E3C-466F-A6C4-A130E5B92B4E}">
      <dgm:prSet/>
      <dgm:spPr/>
      <dgm:t>
        <a:bodyPr/>
        <a:lstStyle/>
        <a:p>
          <a:endParaRPr lang="en-US"/>
        </a:p>
      </dgm:t>
    </dgm:pt>
    <dgm:pt modelId="{D926C6B2-3272-48F1-BA11-F88D16532C44}" type="sibTrans" cxnId="{DA6C0958-6E3C-466F-A6C4-A130E5B92B4E}">
      <dgm:prSet/>
      <dgm:spPr/>
      <dgm:t>
        <a:bodyPr/>
        <a:lstStyle/>
        <a:p>
          <a:endParaRPr lang="en-US"/>
        </a:p>
      </dgm:t>
    </dgm:pt>
    <dgm:pt modelId="{730EC6D2-4C2F-4937-975F-3006B6C874CF}">
      <dgm:prSet/>
      <dgm:spPr/>
      <dgm:t>
        <a:bodyPr/>
        <a:lstStyle/>
        <a:p>
          <a:r>
            <a:rPr lang="en-ID" b="1"/>
            <a:t>Kepatuhan (Compliance):</a:t>
          </a:r>
          <a:r>
            <a:rPr lang="en-ID"/>
            <a:t> Banyak standar keamanan (PCI-DSS, ISO 27001) mewajibkannya.</a:t>
          </a:r>
          <a:endParaRPr lang="en-US"/>
        </a:p>
      </dgm:t>
    </dgm:pt>
    <dgm:pt modelId="{6B3E2703-2357-4D8C-B0B6-73EFB94A955D}" type="parTrans" cxnId="{42551983-464E-49F0-94AD-444731E0A736}">
      <dgm:prSet/>
      <dgm:spPr/>
      <dgm:t>
        <a:bodyPr/>
        <a:lstStyle/>
        <a:p>
          <a:endParaRPr lang="en-US"/>
        </a:p>
      </dgm:t>
    </dgm:pt>
    <dgm:pt modelId="{DA0CD0E6-C789-45E0-B5A4-489AACAD9707}" type="sibTrans" cxnId="{42551983-464E-49F0-94AD-444731E0A736}">
      <dgm:prSet/>
      <dgm:spPr/>
      <dgm:t>
        <a:bodyPr/>
        <a:lstStyle/>
        <a:p>
          <a:endParaRPr lang="en-US"/>
        </a:p>
      </dgm:t>
    </dgm:pt>
    <dgm:pt modelId="{C636526B-E9B3-4F03-8F10-B54CE4B1515A}" type="pres">
      <dgm:prSet presAssocID="{8213D2D9-8F4B-4892-A3F4-BF2E9D25DF13}" presName="linear" presStyleCnt="0">
        <dgm:presLayoutVars>
          <dgm:animLvl val="lvl"/>
          <dgm:resizeHandles val="exact"/>
        </dgm:presLayoutVars>
      </dgm:prSet>
      <dgm:spPr/>
    </dgm:pt>
    <dgm:pt modelId="{6A0C35F3-97AA-4144-A8BC-8AC384B47614}" type="pres">
      <dgm:prSet presAssocID="{8D207EF1-AE3B-4F0C-B9FD-63E1EEDDE8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7C784D1-0DA7-4536-BD72-FC8E946214CD}" type="pres">
      <dgm:prSet presAssocID="{338D079D-9256-44BF-BA5F-A5C94DD2B197}" presName="spacer" presStyleCnt="0"/>
      <dgm:spPr/>
    </dgm:pt>
    <dgm:pt modelId="{CC8E12C4-60FB-40BB-85FD-47F409D4C186}" type="pres">
      <dgm:prSet presAssocID="{F06BFD91-4C62-42A7-AE1A-0F29C5E8952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CD15CFD-2B93-4A07-9C66-2343A3776E99}" type="pres">
      <dgm:prSet presAssocID="{F06BFD91-4C62-42A7-AE1A-0F29C5E8952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FBD2D0A-897C-4E24-8A70-F9FB31A10177}" type="presOf" srcId="{8213D2D9-8F4B-4892-A3F4-BF2E9D25DF13}" destId="{C636526B-E9B3-4F03-8F10-B54CE4B1515A}" srcOrd="0" destOrd="0" presId="urn:microsoft.com/office/officeart/2005/8/layout/vList2"/>
    <dgm:cxn modelId="{3DBF1621-4BCB-4308-B48C-7BCAFD4174A4}" type="presOf" srcId="{F06BFD91-4C62-42A7-AE1A-0F29C5E89520}" destId="{CC8E12C4-60FB-40BB-85FD-47F409D4C186}" srcOrd="0" destOrd="0" presId="urn:microsoft.com/office/officeart/2005/8/layout/vList2"/>
    <dgm:cxn modelId="{45204A27-17D8-4E4D-AAF2-21B05A280318}" type="presOf" srcId="{8D207EF1-AE3B-4F0C-B9FD-63E1EEDDE8F7}" destId="{6A0C35F3-97AA-4144-A8BC-8AC384B47614}" srcOrd="0" destOrd="0" presId="urn:microsoft.com/office/officeart/2005/8/layout/vList2"/>
    <dgm:cxn modelId="{DA6C0958-6E3C-466F-A6C4-A130E5B92B4E}" srcId="{F06BFD91-4C62-42A7-AE1A-0F29C5E89520}" destId="{7D939BCA-29C1-4FDA-85AD-AC5C4518647D}" srcOrd="1" destOrd="0" parTransId="{3C3CEDCA-FBEE-4E98-A42F-7AE420F98E51}" sibTransId="{D926C6B2-3272-48F1-BA11-F88D16532C44}"/>
    <dgm:cxn modelId="{8C554F59-90BB-4B8E-8ADA-B1AD773EE3BB}" type="presOf" srcId="{7D939BCA-29C1-4FDA-85AD-AC5C4518647D}" destId="{9CD15CFD-2B93-4A07-9C66-2343A3776E99}" srcOrd="0" destOrd="1" presId="urn:microsoft.com/office/officeart/2005/8/layout/vList2"/>
    <dgm:cxn modelId="{42551983-464E-49F0-94AD-444731E0A736}" srcId="{F06BFD91-4C62-42A7-AE1A-0F29C5E89520}" destId="{730EC6D2-4C2F-4937-975F-3006B6C874CF}" srcOrd="2" destOrd="0" parTransId="{6B3E2703-2357-4D8C-B0B6-73EFB94A955D}" sibTransId="{DA0CD0E6-C789-45E0-B5A4-489AACAD9707}"/>
    <dgm:cxn modelId="{FD703C8A-C534-4E2A-9C27-B34456399FA8}" type="presOf" srcId="{730EC6D2-4C2F-4937-975F-3006B6C874CF}" destId="{9CD15CFD-2B93-4A07-9C66-2343A3776E99}" srcOrd="0" destOrd="2" presId="urn:microsoft.com/office/officeart/2005/8/layout/vList2"/>
    <dgm:cxn modelId="{B4DC7FA6-A7FE-433D-A3B1-34734EDCB5A3}" srcId="{8213D2D9-8F4B-4892-A3F4-BF2E9D25DF13}" destId="{F06BFD91-4C62-42A7-AE1A-0F29C5E89520}" srcOrd="1" destOrd="0" parTransId="{D9127E52-8F9B-45AA-95FA-EF3700E4D8BC}" sibTransId="{7627B450-D0CE-43E8-88FF-F76B5E006802}"/>
    <dgm:cxn modelId="{3D1F0BAD-4E00-4B21-B3ED-446D191A1175}" srcId="{F06BFD91-4C62-42A7-AE1A-0F29C5E89520}" destId="{7C701652-4BA7-49CD-8BD0-F3EA7AC62270}" srcOrd="0" destOrd="0" parTransId="{22A5DF8D-C29D-421C-B649-95626BEB7273}" sibTransId="{EC36CBE4-A478-41F9-AD46-5930AAEC910E}"/>
    <dgm:cxn modelId="{7A4A3DC7-D3CB-4D31-9204-7F982716B9CC}" srcId="{8213D2D9-8F4B-4892-A3F4-BF2E9D25DF13}" destId="{8D207EF1-AE3B-4F0C-B9FD-63E1EEDDE8F7}" srcOrd="0" destOrd="0" parTransId="{B55834C8-8BFF-4356-BE0E-98BAC7A45D18}" sibTransId="{338D079D-9256-44BF-BA5F-A5C94DD2B197}"/>
    <dgm:cxn modelId="{796EFEE4-6817-47D8-9E5A-9D6CD1F719BB}" type="presOf" srcId="{7C701652-4BA7-49CD-8BD0-F3EA7AC62270}" destId="{9CD15CFD-2B93-4A07-9C66-2343A3776E99}" srcOrd="0" destOrd="0" presId="urn:microsoft.com/office/officeart/2005/8/layout/vList2"/>
    <dgm:cxn modelId="{3382A373-3A82-4D17-AACE-E4B24712FC65}" type="presParOf" srcId="{C636526B-E9B3-4F03-8F10-B54CE4B1515A}" destId="{6A0C35F3-97AA-4144-A8BC-8AC384B47614}" srcOrd="0" destOrd="0" presId="urn:microsoft.com/office/officeart/2005/8/layout/vList2"/>
    <dgm:cxn modelId="{D796AB6E-308B-4209-9DCC-05A9EDFCA40C}" type="presParOf" srcId="{C636526B-E9B3-4F03-8F10-B54CE4B1515A}" destId="{D7C784D1-0DA7-4536-BD72-FC8E946214CD}" srcOrd="1" destOrd="0" presId="urn:microsoft.com/office/officeart/2005/8/layout/vList2"/>
    <dgm:cxn modelId="{1D0B0481-FA94-4647-B2C1-7719B784F0DD}" type="presParOf" srcId="{C636526B-E9B3-4F03-8F10-B54CE4B1515A}" destId="{CC8E12C4-60FB-40BB-85FD-47F409D4C186}" srcOrd="2" destOrd="0" presId="urn:microsoft.com/office/officeart/2005/8/layout/vList2"/>
    <dgm:cxn modelId="{AFB416BE-729B-4772-BB4A-E91D48A5848B}" type="presParOf" srcId="{C636526B-E9B3-4F03-8F10-B54CE4B1515A}" destId="{9CD15CFD-2B93-4A07-9C66-2343A3776E9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C46D0-23D8-4BB3-A7AB-70AB244D5410}">
      <dsp:nvSpPr>
        <dsp:cNvPr id="0" name=""/>
        <dsp:cNvSpPr/>
      </dsp:nvSpPr>
      <dsp:spPr>
        <a:xfrm>
          <a:off x="0" y="31469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1" kern="1200"/>
            <a:t>Hari 2 Fokus pada:</a:t>
          </a:r>
          <a:endParaRPr lang="en-US" sz="2800" kern="1200"/>
        </a:p>
      </dsp:txBody>
      <dsp:txXfrm>
        <a:off x="33583" y="348273"/>
        <a:ext cx="6599667" cy="620794"/>
      </dsp:txXfrm>
    </dsp:sp>
    <dsp:sp modelId="{8795825D-B59E-4EC5-8E66-C9FFD5C6BA41}">
      <dsp:nvSpPr>
        <dsp:cNvPr id="0" name=""/>
        <dsp:cNvSpPr/>
      </dsp:nvSpPr>
      <dsp:spPr>
        <a:xfrm>
          <a:off x="0" y="1002650"/>
          <a:ext cx="6666833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200" b="1" kern="1200"/>
            <a:t>Evasi IDS:</a:t>
          </a:r>
          <a:r>
            <a:rPr lang="en-ID" sz="2200" kern="1200"/>
            <a:t> Menggunakan obfuscation dan low-and-slow.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200" b="1" kern="1200"/>
            <a:t>Tunneling:</a:t>
          </a:r>
          <a:r>
            <a:rPr lang="en-ID" sz="2200" kern="1200"/>
            <a:t> Membuat terowongan (SSH) untuk melewati pagar.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200" b="1" kern="1200"/>
            <a:t>Evasi AV:</a:t>
          </a:r>
          <a:r>
            <a:rPr lang="en-ID" sz="2200" kern="1200"/>
            <a:t> Menyembunyikan malware dari deteksi.</a:t>
          </a:r>
          <a:endParaRPr lang="en-US" sz="2200" kern="1200"/>
        </a:p>
      </dsp:txBody>
      <dsp:txXfrm>
        <a:off x="0" y="1002650"/>
        <a:ext cx="6666833" cy="1767780"/>
      </dsp:txXfrm>
    </dsp:sp>
    <dsp:sp modelId="{499B6B2F-74D8-4E70-8B05-A67C79E256A7}">
      <dsp:nvSpPr>
        <dsp:cNvPr id="0" name=""/>
        <dsp:cNvSpPr/>
      </dsp:nvSpPr>
      <dsp:spPr>
        <a:xfrm>
          <a:off x="0" y="277043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1" kern="1200"/>
            <a:t>Pertanyaan Penghubung untuk Hari Ini:</a:t>
          </a:r>
          <a:endParaRPr lang="en-US" sz="2800" kern="1200"/>
        </a:p>
      </dsp:txBody>
      <dsp:txXfrm>
        <a:off x="33583" y="2804013"/>
        <a:ext cx="6599667" cy="620794"/>
      </dsp:txXfrm>
    </dsp:sp>
    <dsp:sp modelId="{4DB7DF7C-BA90-4C0B-A461-AC622FC02BBE}">
      <dsp:nvSpPr>
        <dsp:cNvPr id="0" name=""/>
        <dsp:cNvSpPr/>
      </dsp:nvSpPr>
      <dsp:spPr>
        <a:xfrm>
          <a:off x="0" y="3458390"/>
          <a:ext cx="6666833" cy="168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200" kern="1200"/>
            <a:t>Sebagai pembela, bagaimana kita bisa mendeteksi dan mencegah serangan-serangan tersebut?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200" kern="1200"/>
            <a:t>Apa fondasi yang harus kita bangun agar teknik-teknik itu tidak lagi efektif?</a:t>
          </a:r>
          <a:endParaRPr lang="en-US" sz="2200" kern="1200"/>
        </a:p>
      </dsp:txBody>
      <dsp:txXfrm>
        <a:off x="0" y="3458390"/>
        <a:ext cx="6666833" cy="1680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C2E78-8BA7-48A2-9D3F-B3F58459FE1D}">
      <dsp:nvSpPr>
        <dsp:cNvPr id="0" name=""/>
        <dsp:cNvSpPr/>
      </dsp:nvSpPr>
      <dsp:spPr>
        <a:xfrm>
          <a:off x="0" y="252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b="1" kern="1200"/>
            <a:t>Tujuan:</a:t>
          </a:r>
          <a:r>
            <a:rPr lang="en-ID" sz="2300" kern="1200"/>
            <a:t> Membangun aturan yang efektif, efisien, dan mudah dikelola.</a:t>
          </a:r>
          <a:endParaRPr lang="en-US" sz="2300" kern="1200"/>
        </a:p>
      </dsp:txBody>
      <dsp:txXfrm>
        <a:off x="44664" y="44916"/>
        <a:ext cx="6577505" cy="825612"/>
      </dsp:txXfrm>
    </dsp:sp>
    <dsp:sp modelId="{0DB0DC21-5537-4C77-8E7A-94B4321FEDFC}">
      <dsp:nvSpPr>
        <dsp:cNvPr id="0" name=""/>
        <dsp:cNvSpPr/>
      </dsp:nvSpPr>
      <dsp:spPr>
        <a:xfrm>
          <a:off x="0" y="981432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b="1" kern="1200"/>
            <a:t>Prinsip Emas:</a:t>
          </a:r>
          <a:endParaRPr lang="en-US" sz="2300" kern="1200"/>
        </a:p>
      </dsp:txBody>
      <dsp:txXfrm>
        <a:off x="44664" y="1026096"/>
        <a:ext cx="6577505" cy="825612"/>
      </dsp:txXfrm>
    </dsp:sp>
    <dsp:sp modelId="{7D3F0EB4-5EF9-4583-A5F7-72E16F824766}">
      <dsp:nvSpPr>
        <dsp:cNvPr id="0" name=""/>
        <dsp:cNvSpPr/>
      </dsp:nvSpPr>
      <dsp:spPr>
        <a:xfrm>
          <a:off x="0" y="1896372"/>
          <a:ext cx="6666833" cy="1713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b="1" kern="1200"/>
            <a:t>Principle of Least Privilege:</a:t>
          </a:r>
          <a:r>
            <a:rPr lang="en-ID" sz="1800" kern="1200"/>
            <a:t> Hanya berikan akses yang benar-benar diperlukan.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b="1" kern="1200"/>
            <a:t>Default Deny:</a:t>
          </a:r>
          <a:r>
            <a:rPr lang="en-ID" sz="1800" kern="1200"/>
            <a:t> Blokir semua traffic secara default, hanya izinkan yang secara eksplisit diizinkan.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b="1" kern="1200"/>
            <a:t>Defense in Depth:</a:t>
          </a:r>
          <a:r>
            <a:rPr lang="en-ID" sz="1800" kern="1200"/>
            <a:t> Jangan hanya mengandalkan satu lapisan keamanan.</a:t>
          </a:r>
          <a:endParaRPr lang="en-US" sz="1800" kern="1200"/>
        </a:p>
      </dsp:txBody>
      <dsp:txXfrm>
        <a:off x="0" y="1896372"/>
        <a:ext cx="6666833" cy="1713960"/>
      </dsp:txXfrm>
    </dsp:sp>
    <dsp:sp modelId="{88425468-E6CA-426C-AB90-02C852D769DA}">
      <dsp:nvSpPr>
        <dsp:cNvPr id="0" name=""/>
        <dsp:cNvSpPr/>
      </dsp:nvSpPr>
      <dsp:spPr>
        <a:xfrm>
          <a:off x="0" y="3610332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b="1" kern="1200"/>
            <a:t>Topik yang akan dibahas:</a:t>
          </a:r>
          <a:endParaRPr lang="en-US" sz="2300" kern="1200"/>
        </a:p>
      </dsp:txBody>
      <dsp:txXfrm>
        <a:off x="44664" y="3654996"/>
        <a:ext cx="6577505" cy="825612"/>
      </dsp:txXfrm>
    </dsp:sp>
    <dsp:sp modelId="{20A59F11-F565-40BC-9190-9E30B29116C7}">
      <dsp:nvSpPr>
        <dsp:cNvPr id="0" name=""/>
        <dsp:cNvSpPr/>
      </dsp:nvSpPr>
      <dsp:spPr>
        <a:xfrm>
          <a:off x="0" y="4525272"/>
          <a:ext cx="6666833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kern="1200"/>
            <a:t>Segmentasi Jaringan.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kern="1200"/>
            <a:t>Manajemen dan Dokumentasi Aturan.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kern="1200"/>
            <a:t>Audit dan Monitoring Rutin.</a:t>
          </a:r>
          <a:endParaRPr lang="en-US" sz="1800" kern="1200"/>
        </a:p>
      </dsp:txBody>
      <dsp:txXfrm>
        <a:off x="0" y="4525272"/>
        <a:ext cx="6666833" cy="9283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BD34B-B616-4C85-81B1-79764E801235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BD521-57B4-4CC2-AD91-1755A0EAB819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12BD9-553D-4656-8A0F-6C18F712AB12}">
      <dsp:nvSpPr>
        <dsp:cNvPr id="0" name=""/>
        <dsp:cNvSpPr/>
      </dsp:nvSpPr>
      <dsp:spPr>
        <a:xfrm>
          <a:off x="1339618" y="2288"/>
          <a:ext cx="2863900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Spesifik, Jangan Umum:</a:t>
          </a:r>
          <a:endParaRPr lang="en-US" sz="1700" kern="1200"/>
        </a:p>
      </dsp:txBody>
      <dsp:txXfrm>
        <a:off x="1339618" y="2288"/>
        <a:ext cx="2863900" cy="1159843"/>
      </dsp:txXfrm>
    </dsp:sp>
    <dsp:sp modelId="{0293E554-F2EE-43F9-A15F-ACE2DB40A7C5}">
      <dsp:nvSpPr>
        <dsp:cNvPr id="0" name=""/>
        <dsp:cNvSpPr/>
      </dsp:nvSpPr>
      <dsp:spPr>
        <a:xfrm>
          <a:off x="4203519" y="2288"/>
          <a:ext cx="2160704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/>
            <a:t>Buruk:</a:t>
          </a:r>
          <a:r>
            <a:rPr lang="en-ID" sz="1100" kern="1200"/>
            <a:t> </a:t>
          </a:r>
          <a:r>
            <a:rPr lang="en-ID" sz="1100" b="1" kern="1200"/>
            <a:t>Allow Any Any from Any to Any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/>
            <a:t>Baik:</a:t>
          </a:r>
          <a:r>
            <a:rPr lang="en-ID" sz="1100" kern="1200"/>
            <a:t> </a:t>
          </a:r>
          <a:r>
            <a:rPr lang="en-ID" sz="1100" b="1" kern="1200"/>
            <a:t>Allow TCP Port 443 from Web Server IP to Database Server IP</a:t>
          </a:r>
          <a:endParaRPr lang="en-US" sz="1100" kern="1200"/>
        </a:p>
      </dsp:txBody>
      <dsp:txXfrm>
        <a:off x="4203519" y="2288"/>
        <a:ext cx="2160704" cy="1159843"/>
      </dsp:txXfrm>
    </dsp:sp>
    <dsp:sp modelId="{B379AD2A-DE0B-4CC7-972D-8EDA0613B8D1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AB68F-9DCE-445A-8195-1C34B59426C1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9E137-0C54-448C-9422-52A14B8DA55E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Segmentasi:</a:t>
          </a:r>
          <a:r>
            <a:rPr lang="en-ID" sz="1700" kern="1200"/>
            <a:t> Pisahkan jaringan menjadi zona-zona (DMZ, Internal, Guest) dengan aturan yang ketat di antaranya.</a:t>
          </a:r>
          <a:endParaRPr lang="en-US" sz="1700" kern="1200"/>
        </a:p>
      </dsp:txBody>
      <dsp:txXfrm>
        <a:off x="1339618" y="1452092"/>
        <a:ext cx="5024605" cy="1159843"/>
      </dsp:txXfrm>
    </dsp:sp>
    <dsp:sp modelId="{98B3F9A9-476C-40B2-915B-FB35DFFD36AA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19AC42-2FC0-4786-AA7B-A739E886922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D8272-3B39-4833-8C6D-9F5215DE00E4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Gunakan Object Groups:</a:t>
          </a:r>
          <a:r>
            <a:rPr lang="en-ID" sz="1700" kern="1200"/>
            <a:t> Kelompokkan IP, port, atau layanan untuk mempermudah manajemen aturan.</a:t>
          </a:r>
          <a:endParaRPr lang="en-US" sz="1700" kern="1200"/>
        </a:p>
      </dsp:txBody>
      <dsp:txXfrm>
        <a:off x="1339618" y="2901896"/>
        <a:ext cx="5024605" cy="1159843"/>
      </dsp:txXfrm>
    </dsp:sp>
    <dsp:sp modelId="{FC4C1450-0510-4415-AA90-30E7A443ED38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3C8DB-C018-42DB-B287-E765E80B8575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2D787-1EAB-49CC-923D-1DB1A7A9B70A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Dokumentasi:</a:t>
          </a:r>
          <a:r>
            <a:rPr lang="en-ID" sz="1700" kern="1200"/>
            <a:t> Selalu tambahkan komentar pada setiap aturan menjelaskan mengapa aturan itu ada. Siapa yang membuatnya dan kapan?</a:t>
          </a:r>
          <a:endParaRPr lang="en-US" sz="1700" kern="1200"/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EEF86-A5D1-4C2F-B27C-3DF041CEF263}">
      <dsp:nvSpPr>
        <dsp:cNvPr id="0" name=""/>
        <dsp:cNvSpPr/>
      </dsp:nvSpPr>
      <dsp:spPr>
        <a:xfrm>
          <a:off x="583205" y="0"/>
          <a:ext cx="5097228" cy="137617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Kurangi False Positives: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300" kern="1200"/>
            <a:t>Sesuaikan aturan dengan lingkungan spesifik Anda. Nonaktifkan aturan yang tidak relevan.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300" kern="1200"/>
            <a:t>Gunakan </a:t>
          </a:r>
          <a:r>
            <a:rPr lang="en-ID" sz="1300" i="1" kern="1200"/>
            <a:t>whitelisting</a:t>
          </a:r>
          <a:r>
            <a:rPr lang="en-ID" sz="1300" kern="1200"/>
            <a:t> untuk traffic yang sah namun terlihat mencurigakan.</a:t>
          </a:r>
          <a:endParaRPr lang="en-US" sz="1300" kern="1200"/>
        </a:p>
      </dsp:txBody>
      <dsp:txXfrm>
        <a:off x="623512" y="40307"/>
        <a:ext cx="5016614" cy="1295557"/>
      </dsp:txXfrm>
    </dsp:sp>
    <dsp:sp modelId="{4A6E7889-6BB1-43AE-9559-E357956EDA91}">
      <dsp:nvSpPr>
        <dsp:cNvPr id="0" name=""/>
        <dsp:cNvSpPr/>
      </dsp:nvSpPr>
      <dsp:spPr>
        <a:xfrm rot="5400000">
          <a:off x="2873787" y="1410576"/>
          <a:ext cx="516064" cy="619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946036" y="1462183"/>
        <a:ext cx="371567" cy="361245"/>
      </dsp:txXfrm>
    </dsp:sp>
    <dsp:sp modelId="{D1F840F4-6782-49E7-9F8E-F3E9F8612BD3}">
      <dsp:nvSpPr>
        <dsp:cNvPr id="0" name=""/>
        <dsp:cNvSpPr/>
      </dsp:nvSpPr>
      <dsp:spPr>
        <a:xfrm>
          <a:off x="583205" y="2064258"/>
          <a:ext cx="5097228" cy="1376171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Tingkatkan True Positives: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300" b="1" kern="1200"/>
            <a:t>Custom Rules:</a:t>
          </a:r>
          <a:r>
            <a:rPr lang="en-ID" sz="1300" kern="1200"/>
            <a:t> Buat aturan khusus untuk mendeteksi pola serangan yang relevan dengan aplikasi Anda.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300" b="1" kern="1200"/>
            <a:t>Perbarui Signature:</a:t>
          </a:r>
          <a:r>
            <a:rPr lang="en-ID" sz="1300" kern="1200"/>
            <a:t> Pastikan database signature IDS selalu up-to-date.</a:t>
          </a:r>
          <a:endParaRPr lang="en-US" sz="1300" kern="1200"/>
        </a:p>
      </dsp:txBody>
      <dsp:txXfrm>
        <a:off x="623512" y="2104565"/>
        <a:ext cx="5016614" cy="1295557"/>
      </dsp:txXfrm>
    </dsp:sp>
    <dsp:sp modelId="{F4004205-42F9-4526-9628-058D8BC7B913}">
      <dsp:nvSpPr>
        <dsp:cNvPr id="0" name=""/>
        <dsp:cNvSpPr/>
      </dsp:nvSpPr>
      <dsp:spPr>
        <a:xfrm rot="5400000">
          <a:off x="2873787" y="3474834"/>
          <a:ext cx="516064" cy="619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946036" y="3526441"/>
        <a:ext cx="371567" cy="361245"/>
      </dsp:txXfrm>
    </dsp:sp>
    <dsp:sp modelId="{4441F85B-E66F-4378-B1BC-5E20FDB363F2}">
      <dsp:nvSpPr>
        <dsp:cNvPr id="0" name=""/>
        <dsp:cNvSpPr/>
      </dsp:nvSpPr>
      <dsp:spPr>
        <a:xfrm>
          <a:off x="583205" y="4128515"/>
          <a:ext cx="5097228" cy="1376171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kern="1200"/>
            <a:t>Correlation:</a:t>
          </a:r>
          <a:r>
            <a:rPr lang="en-ID" sz="1700" kern="1200"/>
            <a:t> Gunakan SIEM (Security Information and Event Management) untuk menghubungkan alert dari berbagai sumber (Firewall, IDS, Server Log) dan mendapatkan gambaran serangan yang utuh.</a:t>
          </a:r>
          <a:endParaRPr lang="en-US" sz="1700" kern="1200"/>
        </a:p>
      </dsp:txBody>
      <dsp:txXfrm>
        <a:off x="623512" y="4168822"/>
        <a:ext cx="5016614" cy="12955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C35F3-97AA-4144-A8BC-8AC384B47614}">
      <dsp:nvSpPr>
        <dsp:cNvPr id="0" name=""/>
        <dsp:cNvSpPr/>
      </dsp:nvSpPr>
      <dsp:spPr>
        <a:xfrm>
          <a:off x="0" y="106281"/>
          <a:ext cx="6364224" cy="16415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b="1" kern="1200"/>
            <a:t>Apa itu Patch Management?</a:t>
          </a:r>
          <a:r>
            <a:rPr lang="en-ID" sz="2300" kern="1200"/>
            <a:t> Proses identifikasi, akuisisi, pengujian, dan penerapan </a:t>
          </a:r>
          <a:r>
            <a:rPr lang="en-ID" sz="2300" i="1" kern="1200"/>
            <a:t>patch</a:t>
          </a:r>
          <a:r>
            <a:rPr lang="en-ID" sz="2300" kern="1200"/>
            <a:t> (perbaikan) pada perangkat lunak dan sistem.</a:t>
          </a:r>
          <a:endParaRPr lang="en-US" sz="2300" kern="1200"/>
        </a:p>
      </dsp:txBody>
      <dsp:txXfrm>
        <a:off x="80132" y="186413"/>
        <a:ext cx="6203960" cy="1481245"/>
      </dsp:txXfrm>
    </dsp:sp>
    <dsp:sp modelId="{CC8E12C4-60FB-40BB-85FD-47F409D4C186}">
      <dsp:nvSpPr>
        <dsp:cNvPr id="0" name=""/>
        <dsp:cNvSpPr/>
      </dsp:nvSpPr>
      <dsp:spPr>
        <a:xfrm>
          <a:off x="0" y="1814031"/>
          <a:ext cx="6364224" cy="164150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b="1" kern="1200"/>
            <a:t>Mengapa Ini Sangat Penting?</a:t>
          </a:r>
          <a:endParaRPr lang="en-US" sz="2300" kern="1200"/>
        </a:p>
      </dsp:txBody>
      <dsp:txXfrm>
        <a:off x="80132" y="1894163"/>
        <a:ext cx="6203960" cy="1481245"/>
      </dsp:txXfrm>
    </dsp:sp>
    <dsp:sp modelId="{9CD15CFD-2B93-4A07-9C66-2343A3776E99}">
      <dsp:nvSpPr>
        <dsp:cNvPr id="0" name=""/>
        <dsp:cNvSpPr/>
      </dsp:nvSpPr>
      <dsp:spPr>
        <a:xfrm>
          <a:off x="0" y="3455541"/>
          <a:ext cx="6364224" cy="1952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b="1" kern="1200"/>
            <a:t>Menghilangkan Kerentanan:</a:t>
          </a:r>
          <a:r>
            <a:rPr lang="en-ID" sz="1800" kern="1200"/>
            <a:t> Banyak serangan (termasuk yang memungkinkan evasi) memanfaatkan bug yang sudah diperbaiki.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b="1" kern="1200"/>
            <a:t>Mencegah Eksplotasi Nol-Hari:</a:t>
          </a:r>
          <a:r>
            <a:rPr lang="en-ID" sz="1800" kern="1200"/>
            <a:t> Patch management yang baik mempersingkat jendela serangan.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800" b="1" kern="1200"/>
            <a:t>Kepatuhan (Compliance):</a:t>
          </a:r>
          <a:r>
            <a:rPr lang="en-ID" sz="1800" kern="1200"/>
            <a:t> Banyak standar keamanan (PCI-DSS, ISO 27001) mewajibkannya.</a:t>
          </a:r>
          <a:endParaRPr lang="en-US" sz="1800" kern="1200"/>
        </a:p>
      </dsp:txBody>
      <dsp:txXfrm>
        <a:off x="0" y="3455541"/>
        <a:ext cx="6364224" cy="1952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EE9B3-029A-429D-869D-ED12222D3741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B6FBB-F985-48DD-8194-C87415A107E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87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Waktu:</a:t>
            </a:r>
            <a:r>
              <a:rPr lang="en-ID" dirty="0"/>
              <a:t> 90 </a:t>
            </a:r>
            <a:r>
              <a:rPr lang="en-ID" dirty="0" err="1"/>
              <a:t>menit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B6FBB-F985-48DD-8194-C87415A107EC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3938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Fasilitator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Fasilitator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memimpin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menyoroti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poin-poin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kunci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setiap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kelompok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menghubungkannya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kembali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teori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dipelajari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B6FBB-F985-48DD-8194-C87415A107EC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636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Kesimpulan Utama: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Keamanan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melainkan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sebuah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proses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berkelanjutan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memadukan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teknologi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proses, dan orang.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B6FBB-F985-48DD-8194-C87415A107EC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78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12B5-B3F1-9197-A6D0-4DBDCA0D8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36924-9EE1-C226-935D-DA8F0EC87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A72F0-7E5D-857A-5344-026D65E5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BCDE-042F-DAB0-896F-6F4901FC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92CA-688B-AF1E-B6B9-E03EC4C6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69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DBDA-4D45-E23F-73BE-DE89ABA0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4F60C-AABC-C82E-514D-D98FE084D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B776D-D19F-92B0-90BF-A0EAFAEA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29A49-B1A0-E6CC-5CA4-7B3DB382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F144D-26DC-0996-94D5-D148B643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286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AF5E-C76C-096E-73F2-3EA2647D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4FC79-A1AF-C12F-03F3-860AB205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DC82-30AD-0575-8F32-8583AC58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F3AFF-97E4-8F94-7470-D18710E9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FD017-082D-15B4-D6E1-4DA3C51C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4039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2041-80CB-A743-9765-9420B55A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4CE79-3CE1-99F5-115D-9673DB64C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8D4C7-99DA-3E25-71E1-658E73F58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957F5-9459-B515-C67D-2FC96384E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ABCBE-D7F8-7373-D066-6A19453E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F40ED-FD67-24F4-1E42-8B062A12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355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4DDA-7880-BD67-D7C4-2DF63D7F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3097-C57E-3BB7-49A8-040602E80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6FCC8-869B-F9AC-B394-BC57CA4BF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BF355-1062-2071-9C93-B780EA878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A17B8-363E-7C22-9F26-3B841B61B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9E43D-ADE1-81F5-EEBE-5378779C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EB97D-0BEA-B210-D7A9-3C03EB32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7AED9-76E6-28C9-DC1B-59A68EC0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217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2AA2-9B2B-30AA-1846-9265595F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165F8-4095-CADA-47A4-E2ACC42B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DA8F5-D78A-47BD-9D12-88926DC9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D0476-AB4B-E953-E914-B31DE6C3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6577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0907C-5949-1491-9B70-652951C1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5E074-1652-BDF1-4E15-E64AC55A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212CC-A084-A18F-999A-4E4740A7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095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5612-3F90-96F3-1026-AA570A88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A84FA-1E03-128B-24A7-EF96C50E4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FBA2F-18FE-254C-F3D6-51ED6F3D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681BF-FEF4-552D-751C-D2C573FD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6B5C2-3173-E979-3C45-C8829D7E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5214E-BF7D-B91F-B32D-DFE0B2D0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47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1514-46C7-1C38-9757-A62E8853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A3C17-A77F-010D-70FE-4B7786D31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0C0D1-F7EE-309E-73CE-D13807D8E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2CACA-4C49-49E7-5497-1876DA40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1645E-C67A-E0C8-270C-308D9061C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F41AD-D075-713E-FD8D-C48FA3DE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840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B18A-10C3-7169-C553-C873EBC7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93883-2811-7314-2187-8DBA0BA8A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575CE-E5F2-255C-E224-D78E3CBD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E949A-BEEB-E802-7455-665DC85B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39ADF-0D09-73A5-C13A-82282742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917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BCA26-31D0-95B0-132A-0A473B51E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1B178-5D2B-AE2A-B298-70009261A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1E961-590D-F473-82B7-AB639F65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E8116-6B51-331F-7C50-DD08A86C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1711D-89D5-5BE2-D9CF-4EC50B4E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23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716BA-D21D-1E0D-305A-657877748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C63E2-FD51-9C42-F6C2-953E51D04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492B-F0C3-A8B0-1297-3BE7A48B7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B2D4F-0B64-4A64-8582-740271B70DB8}" type="datetimeFigureOut">
              <a:rPr lang="en-ID" smtClean="0"/>
              <a:t>25/11/2025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9AEF9-4D55-98CA-74DE-B1A0DA0BB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78F80-E4E1-3DBD-14B3-9BBED5FB3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A5F03-9FDB-4BE1-ADEB-43876573AC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028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615FA-F626-FCDB-6CDA-4FD0BB394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2800">
                <a:solidFill>
                  <a:schemeClr val="tx2"/>
                </a:solidFill>
              </a:rPr>
              <a:t>Evading IDS and Firewalls: Techniques and Countermeasures</a:t>
            </a:r>
            <a:endParaRPr lang="en-ID" sz="28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DCB22-38E4-2387-4490-26C6446C8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ID" sz="2000">
                <a:solidFill>
                  <a:schemeClr val="tx2"/>
                </a:solidFill>
              </a:rPr>
              <a:t>Hari Ketiga: Membangun Pertahanan Tangguh dan Tantangan Akhir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DCE54C98-13C6-ECD1-1E70-C4ECA4828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9053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BC4D2-483A-CC16-6AD6-FF6C7209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4000">
                <a:solidFill>
                  <a:srgbClr val="FFFFFF"/>
                </a:solidFill>
              </a:rPr>
              <a:t>Agenda Hari Ketiga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84481-7A83-EA20-6AA9-BD008521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D" sz="2000" b="1"/>
              <a:t>Sesi Pagi</a:t>
            </a:r>
            <a:endParaRPr lang="en-ID" sz="2000"/>
          </a:p>
          <a:p>
            <a:pPr lvl="1"/>
            <a:r>
              <a:rPr lang="en-ID" sz="2000"/>
              <a:t>Review Singkat Hari Kedua</a:t>
            </a:r>
          </a:p>
          <a:p>
            <a:pPr lvl="1"/>
            <a:r>
              <a:rPr lang="en-ID" sz="2000"/>
              <a:t>Module 7: Best Practices Konfigurasi Aturan Firewall &amp; IDS</a:t>
            </a:r>
          </a:p>
          <a:p>
            <a:pPr lvl="1"/>
            <a:r>
              <a:rPr lang="en-ID" sz="2000"/>
              <a:t>Module 8: Peran Kritis Patch Management</a:t>
            </a:r>
          </a:p>
          <a:p>
            <a:pPr lvl="1"/>
            <a:r>
              <a:rPr lang="en-ID" sz="2000"/>
              <a:t>Studi Kasus: Kegagalan Konfigurasi yang Berakibat Fatal</a:t>
            </a:r>
          </a:p>
          <a:p>
            <a:r>
              <a:rPr lang="en-ID" sz="2000" b="1"/>
              <a:t>Sesi Sore</a:t>
            </a:r>
            <a:endParaRPr lang="en-ID" sz="2000"/>
          </a:p>
          <a:p>
            <a:pPr lvl="1"/>
            <a:r>
              <a:rPr lang="en-ID" sz="2000"/>
              <a:t>Tantangan Akhir: Blue Team Defensive Operations</a:t>
            </a:r>
          </a:p>
          <a:p>
            <a:pPr lvl="1"/>
            <a:r>
              <a:rPr lang="en-ID" sz="2000"/>
              <a:t>Debrief &amp; Pelajaran yang Dipetik</a:t>
            </a:r>
          </a:p>
          <a:p>
            <a:pPr lvl="1"/>
            <a:r>
              <a:rPr lang="en-ID" sz="2000"/>
              <a:t>Ringkasan Keseluruhan Workshop &amp; Langkah Selanjutnya</a:t>
            </a:r>
          </a:p>
          <a:p>
            <a:pPr lvl="1"/>
            <a:r>
              <a:rPr lang="en-ID" sz="2000"/>
              <a:t>Sesi Tanya Jawab Terakhir &amp; Penutupan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136956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FF6AC-605A-4143-9503-C5368748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i-FI" sz="3100">
                <a:solidFill>
                  <a:srgbClr val="FFFFFF"/>
                </a:solidFill>
              </a:rPr>
              <a:t>Kemarin Kita Menjadi Penyerang, Hari Ini Kita Menjadi Pembela</a:t>
            </a:r>
            <a:endParaRPr lang="en-ID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B2F41B-DD7D-E65E-DB89-D53D9EC3F6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75525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690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7CA7E-589E-4BCD-A592-042CB5D4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D" sz="3100">
                <a:solidFill>
                  <a:srgbClr val="FFFFFF"/>
                </a:solidFill>
              </a:rPr>
              <a:t>Module 7: Best Practices Konfigurasi Aturan Firewall &amp; IDS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29B755-9946-BF82-00F7-B0BD7E80E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6150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947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2921A-4A80-F582-E833-0973E819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Membangun Pagar yang Kokoh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2A9FAE-843B-DAD8-04B9-E1FDCD9AC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53727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2872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E341D-739F-B335-F4B8-DFCA7FC7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ID"/>
              <a:t>Meningkatkan Akurasi Alarm</a:t>
            </a:r>
            <a:endParaRPr lang="en-ID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D707637-DB3B-8FA5-51A9-601B0D9764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70853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828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3CC4D-FD54-C90B-0B79-008833F8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Module 8: Peran Kritis Patch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2F3CAB-7254-A809-1CDE-909BD0DD3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36517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9633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09FAA-F428-AC3A-DEC1-319E9B07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FFFFFF"/>
                </a:solidFill>
              </a:rPr>
              <a:t>Proses yang Terstruktur untuk Keamanan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94B0-4978-2155-E28E-681290630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D" b="1" dirty="0"/>
              <a:t>Diagram </a:t>
            </a:r>
            <a:r>
              <a:rPr lang="en-ID" b="1" dirty="0" err="1"/>
              <a:t>Siklus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b="1" dirty="0"/>
              <a:t>Identify:</a:t>
            </a:r>
            <a:r>
              <a:rPr lang="en-ID" dirty="0"/>
              <a:t> </a:t>
            </a:r>
            <a:r>
              <a:rPr lang="en-ID" dirty="0" err="1"/>
              <a:t>Inventarisasi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aset</a:t>
            </a:r>
            <a:r>
              <a:rPr lang="en-ID" dirty="0"/>
              <a:t> (software, OS). </a:t>
            </a:r>
            <a:r>
              <a:rPr lang="en-ID" dirty="0" err="1"/>
              <a:t>Gunakan</a:t>
            </a:r>
            <a:r>
              <a:rPr lang="en-ID" dirty="0"/>
              <a:t> tools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memindai</a:t>
            </a:r>
            <a:r>
              <a:rPr lang="en-ID" dirty="0"/>
              <a:t> </a:t>
            </a:r>
            <a:r>
              <a:rPr lang="en-ID" dirty="0" err="1"/>
              <a:t>kerentanan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Prioritize:</a:t>
            </a:r>
            <a:r>
              <a:rPr lang="en-ID" dirty="0"/>
              <a:t> </a:t>
            </a:r>
            <a:r>
              <a:rPr lang="en-ID" dirty="0" err="1"/>
              <a:t>Klasifikasikan</a:t>
            </a:r>
            <a:r>
              <a:rPr lang="en-ID" dirty="0"/>
              <a:t> </a:t>
            </a:r>
            <a:r>
              <a:rPr lang="en-ID" dirty="0" err="1"/>
              <a:t>kerentanan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(Critical, High, Medium, Low) dan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Test:</a:t>
            </a:r>
            <a:r>
              <a:rPr lang="en-ID" dirty="0"/>
              <a:t> Uji patch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/staging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merusak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Deploy:</a:t>
            </a:r>
            <a:r>
              <a:rPr lang="en-ID" dirty="0"/>
              <a:t> </a:t>
            </a:r>
            <a:r>
              <a:rPr lang="en-ID" dirty="0" err="1"/>
              <a:t>Terapkan</a:t>
            </a:r>
            <a:r>
              <a:rPr lang="en-ID" dirty="0"/>
              <a:t> patch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bertahap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dirty="0" err="1"/>
              <a:t>kelompokkan</a:t>
            </a:r>
            <a:r>
              <a:rPr lang="en-ID" dirty="0"/>
              <a:t> server).</a:t>
            </a:r>
          </a:p>
          <a:p>
            <a:pPr lvl="1"/>
            <a:r>
              <a:rPr lang="en-ID" b="1" dirty="0"/>
              <a:t>Verify:</a:t>
            </a:r>
            <a:r>
              <a:rPr lang="en-ID" dirty="0"/>
              <a:t> </a:t>
            </a:r>
            <a:r>
              <a:rPr lang="en-ID" dirty="0" err="1"/>
              <a:t>Konfirmasi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patch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dan </a:t>
            </a:r>
            <a:r>
              <a:rPr lang="en-ID" dirty="0" err="1"/>
              <a:t>kerentanan</a:t>
            </a:r>
            <a:r>
              <a:rPr lang="en-ID" dirty="0"/>
              <a:t>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teratasi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9867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5A8AC-5331-F770-5205-C4C6050F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4000">
                <a:solidFill>
                  <a:srgbClr val="FFFFFF"/>
                </a:solidFill>
              </a:rPr>
              <a:t>Kasus: Serangan WannaCry (2017)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D9AC9-CB5F-8DDE-E14E-BA3546A9C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D" sz="2000" b="1"/>
              <a:t>Latar Belakang:</a:t>
            </a:r>
            <a:r>
              <a:rPr lang="en-ID" sz="2000"/>
              <a:t> Ransomware yang menyebar dengan sangat cepat di seluruh dunia.</a:t>
            </a:r>
          </a:p>
          <a:p>
            <a:r>
              <a:rPr lang="en-ID" sz="2000" b="1"/>
              <a:t>Vektor Serangan:</a:t>
            </a:r>
            <a:r>
              <a:rPr lang="en-ID" sz="2000"/>
              <a:t> Mengeksploitasi kerentanan </a:t>
            </a:r>
            <a:r>
              <a:rPr lang="en-ID" sz="2000" b="1"/>
              <a:t>EternalBlue</a:t>
            </a:r>
            <a:r>
              <a:rPr lang="en-ID" sz="2000"/>
              <a:t> di protokol SMBv1 Windows.</a:t>
            </a:r>
          </a:p>
          <a:p>
            <a:r>
              <a:rPr lang="en-ID" sz="2000" b="1"/>
              <a:t>Kegagalan Pertahanan:</a:t>
            </a:r>
            <a:endParaRPr lang="en-ID" sz="2000"/>
          </a:p>
          <a:p>
            <a:pPr lvl="1"/>
            <a:r>
              <a:rPr lang="en-ID" sz="2000"/>
              <a:t>Microsoft sudah merilis patch untuk kerentanan ini </a:t>
            </a:r>
            <a:r>
              <a:rPr lang="en-ID" sz="2000" b="1"/>
              <a:t>sebulan sebelum</a:t>
            </a:r>
            <a:r>
              <a:rPr lang="en-ID" sz="2000"/>
              <a:t> serangan terjadi (MS17-010).</a:t>
            </a:r>
          </a:p>
          <a:p>
            <a:pPr lvl="1"/>
            <a:r>
              <a:rPr lang="en-ID" sz="2000"/>
              <a:t>Banyak organisasi (rumah sakit, perusahaan besar) tidak menerapkan patch tersebut karena berbagai alasan (kompatibilitas, lupa, proses yang lambat).</a:t>
            </a:r>
          </a:p>
          <a:p>
            <a:r>
              <a:rPr lang="en-ID" sz="2000" b="1"/>
              <a:t>Pelajaran:</a:t>
            </a:r>
            <a:r>
              <a:rPr lang="en-ID" sz="2000"/>
              <a:t> </a:t>
            </a:r>
            <a:r>
              <a:rPr lang="en-ID" sz="2000" i="1"/>
              <a:t>Patch management bukanlah opsional. Ini adalah salah satu kontrol keamanan paling fundamental dan efektif.</a:t>
            </a:r>
            <a:endParaRPr lang="en-ID" sz="2000"/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104725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BB4D4-2E81-BA22-6AEC-604796B1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4000">
                <a:solidFill>
                  <a:srgbClr val="FFFFFF"/>
                </a:solidFill>
              </a:rPr>
              <a:t>Waktunya Bertindak: Tantangan Akhir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E764-5807-53A9-4820-7E74C90F0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D" sz="2000" b="1"/>
              <a:t>Skenario:</a:t>
            </a:r>
            <a:r>
              <a:rPr lang="en-ID" sz="2000"/>
              <a:t> "Tim Red (Fasilitator) telah berhasil menembus jaringan perusahaan menggunakan teknik yang kita pelajari. Mereka telah membuat SSH tunnel, menjalankan malware yang tidak terdeteksi, dan mengeksploitasi server web yang tidak di-patch. Anda adalah Tim Blue!"</a:t>
            </a:r>
          </a:p>
          <a:p>
            <a:r>
              <a:rPr lang="en-ID" sz="2000" b="1"/>
              <a:t>Misi Anda (dalam kelompok):</a:t>
            </a:r>
            <a:endParaRPr lang="en-ID" sz="2000"/>
          </a:p>
          <a:p>
            <a:pPr lvl="1"/>
            <a:r>
              <a:rPr lang="en-ID" sz="2000" b="1"/>
              <a:t>Analisis Log:</a:t>
            </a:r>
            <a:r>
              <a:rPr lang="en-ID" sz="2000"/>
              <a:t> Periksa log firewall dan IDS untuk mengidentifikasi jejak penyerang.</a:t>
            </a:r>
          </a:p>
          <a:p>
            <a:pPr lvl="1"/>
            <a:r>
              <a:rPr lang="en-ID" sz="2000" b="1"/>
              <a:t>Identifikasi Root Cause:</a:t>
            </a:r>
            <a:r>
              <a:rPr lang="en-ID" sz="2000"/>
              <a:t> Temukan konfigurasi yang salah dan kerentanan yang dieksploitasi.</a:t>
            </a:r>
          </a:p>
          <a:p>
            <a:pPr lvl="1"/>
            <a:r>
              <a:rPr lang="en-ID" sz="2000" b="1"/>
              <a:t>Implementasikan Countermeasure:</a:t>
            </a:r>
            <a:endParaRPr lang="en-ID" sz="2000"/>
          </a:p>
          <a:p>
            <a:pPr lvl="2"/>
            <a:r>
              <a:rPr lang="en-ID" dirty="0"/>
              <a:t>Buat </a:t>
            </a:r>
            <a:r>
              <a:rPr lang="en-ID"/>
              <a:t>aturan</a:t>
            </a:r>
            <a:r>
              <a:rPr lang="en-ID" dirty="0"/>
              <a:t> firewall </a:t>
            </a:r>
            <a:r>
              <a:rPr lang="en-ID"/>
              <a:t>baru</a:t>
            </a:r>
            <a:r>
              <a:rPr lang="en-ID" dirty="0"/>
              <a:t> </a:t>
            </a:r>
            <a:r>
              <a:rPr lang="en-ID"/>
              <a:t>untuk</a:t>
            </a:r>
            <a:r>
              <a:rPr lang="en-ID" dirty="0"/>
              <a:t> </a:t>
            </a:r>
            <a:r>
              <a:rPr lang="en-ID"/>
              <a:t>memblokir</a:t>
            </a:r>
            <a:r>
              <a:rPr lang="en-ID" dirty="0"/>
              <a:t> </a:t>
            </a:r>
            <a:r>
              <a:rPr lang="en-ID"/>
              <a:t>tunneling</a:t>
            </a:r>
            <a:r>
              <a:rPr lang="en-ID" dirty="0"/>
              <a:t>.</a:t>
            </a:r>
          </a:p>
          <a:p>
            <a:pPr lvl="2"/>
            <a:r>
              <a:rPr lang="en-ID" dirty="0"/>
              <a:t>Buat </a:t>
            </a:r>
            <a:r>
              <a:rPr lang="en-ID"/>
              <a:t>aturan</a:t>
            </a:r>
            <a:r>
              <a:rPr lang="en-ID" dirty="0"/>
              <a:t> IDS </a:t>
            </a:r>
            <a:r>
              <a:rPr lang="en-ID"/>
              <a:t>baru</a:t>
            </a:r>
            <a:r>
              <a:rPr lang="en-ID" dirty="0"/>
              <a:t> </a:t>
            </a:r>
            <a:r>
              <a:rPr lang="en-ID"/>
              <a:t>untuk</a:t>
            </a:r>
            <a:r>
              <a:rPr lang="en-ID" dirty="0"/>
              <a:t> </a:t>
            </a:r>
            <a:r>
              <a:rPr lang="en-ID"/>
              <a:t>mendeteksi</a:t>
            </a:r>
            <a:r>
              <a:rPr lang="en-ID" dirty="0"/>
              <a:t> </a:t>
            </a:r>
            <a:r>
              <a:rPr lang="en-ID"/>
              <a:t>serangan</a:t>
            </a:r>
            <a:r>
              <a:rPr lang="en-ID" dirty="0"/>
              <a:t> </a:t>
            </a:r>
            <a:r>
              <a:rPr lang="en-ID"/>
              <a:t>serupa</a:t>
            </a:r>
            <a:r>
              <a:rPr lang="en-ID" dirty="0"/>
              <a:t>.</a:t>
            </a:r>
          </a:p>
          <a:p>
            <a:pPr lvl="2"/>
            <a:r>
              <a:rPr lang="en-ID" dirty="0"/>
              <a:t>"</a:t>
            </a:r>
            <a:r>
              <a:rPr lang="en-ID"/>
              <a:t>Terapkan</a:t>
            </a:r>
            <a:r>
              <a:rPr lang="en-ID" dirty="0"/>
              <a:t> patch" pada server yang </a:t>
            </a:r>
            <a:r>
              <a:rPr lang="en-ID"/>
              <a:t>rentan</a:t>
            </a:r>
            <a:r>
              <a:rPr lang="en-ID" dirty="0"/>
              <a:t> (</a:t>
            </a:r>
            <a:r>
              <a:rPr lang="en-ID"/>
              <a:t>simulasi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60682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E5385-02B2-ACFE-4C2C-FCD3D52E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i-FI">
                <a:solidFill>
                  <a:srgbClr val="FFFFFF"/>
                </a:solidFill>
              </a:rPr>
              <a:t>Apa yang Kita Pelajari dari Tantangan Tadi?</a:t>
            </a:r>
            <a:endParaRPr lang="en-ID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ABBE0-9CE4-566D-295C-B82612DBF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D" b="1" dirty="0" err="1"/>
              <a:t>Diskusi</a:t>
            </a:r>
            <a:r>
              <a:rPr lang="en-ID" b="1" dirty="0"/>
              <a:t> </a:t>
            </a:r>
            <a:r>
              <a:rPr lang="en-ID" b="1" dirty="0" err="1"/>
              <a:t>Terpandu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dirty="0"/>
              <a:t>Tim mana yang paling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jejak</a:t>
            </a:r>
            <a:r>
              <a:rPr lang="en-ID" dirty="0"/>
              <a:t> </a:t>
            </a:r>
            <a:r>
              <a:rPr lang="en-ID" dirty="0" err="1"/>
              <a:t>penyerang</a:t>
            </a:r>
            <a:r>
              <a:rPr lang="en-ID" dirty="0"/>
              <a:t>? Apa </a:t>
            </a:r>
            <a:r>
              <a:rPr lang="en-ID" dirty="0" err="1"/>
              <a:t>kuncinya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paling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? </a:t>
            </a:r>
            <a:r>
              <a:rPr lang="en-ID" dirty="0" err="1"/>
              <a:t>Mengapa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Apa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terbesar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log?</a:t>
            </a:r>
          </a:p>
          <a:p>
            <a:pPr lvl="1"/>
            <a:r>
              <a:rPr lang="en-ID" dirty="0"/>
              <a:t>Jika Anda punya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,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Anda </a:t>
            </a:r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mengamankan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95806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C98B1-7B3E-2820-7CCA-0764DD11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FFFFFF"/>
                </a:solidFill>
              </a:rPr>
              <a:t>Perjalanan 3 Hari: Dari Memahami hingga Membangun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9B5F-313E-D86A-E25C-12A3D22B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D" b="1" dirty="0"/>
              <a:t>Hari 1: Dasar-Dasar &amp; </a:t>
            </a:r>
            <a:r>
              <a:rPr lang="en-ID" b="1" dirty="0" err="1"/>
              <a:t>Konsep</a:t>
            </a:r>
            <a:endParaRPr lang="en-ID" dirty="0"/>
          </a:p>
          <a:p>
            <a:pPr lvl="1"/>
            <a:r>
              <a:rPr lang="en-ID" dirty="0" err="1"/>
              <a:t>Memahami</a:t>
            </a:r>
            <a:r>
              <a:rPr lang="en-ID" dirty="0"/>
              <a:t> Firewall &amp; IDS.</a:t>
            </a:r>
          </a:p>
          <a:p>
            <a:pPr lvl="1"/>
            <a:r>
              <a:rPr lang="en-ID" dirty="0"/>
              <a:t>Teknik </a:t>
            </a:r>
            <a:r>
              <a:rPr lang="en-ID" dirty="0" err="1"/>
              <a:t>evasi</a:t>
            </a:r>
            <a:r>
              <a:rPr lang="en-ID" dirty="0"/>
              <a:t> fundamental (bypass Windows Firewall).</a:t>
            </a:r>
          </a:p>
          <a:p>
            <a:r>
              <a:rPr lang="en-ID" b="1" dirty="0"/>
              <a:t>Hari 2: </a:t>
            </a:r>
            <a:r>
              <a:rPr lang="en-ID" b="1" dirty="0" err="1"/>
              <a:t>Serangan</a:t>
            </a:r>
            <a:r>
              <a:rPr lang="en-ID" b="1" dirty="0"/>
              <a:t> </a:t>
            </a:r>
            <a:r>
              <a:rPr lang="en-ID" b="1" dirty="0" err="1"/>
              <a:t>Lanjutan</a:t>
            </a:r>
            <a:endParaRPr lang="en-ID" dirty="0"/>
          </a:p>
          <a:p>
            <a:pPr lvl="1"/>
            <a:r>
              <a:rPr lang="en-ID" dirty="0"/>
              <a:t>Evasi IDS, </a:t>
            </a:r>
            <a:r>
              <a:rPr lang="en-ID" dirty="0" err="1"/>
              <a:t>Tunneling</a:t>
            </a:r>
            <a:r>
              <a:rPr lang="en-ID" dirty="0"/>
              <a:t>, dan Antivirus.</a:t>
            </a:r>
          </a:p>
          <a:p>
            <a:pPr lvl="1"/>
            <a:r>
              <a:rPr lang="en-ID" dirty="0" err="1"/>
              <a:t>Praktikum</a:t>
            </a:r>
            <a:r>
              <a:rPr lang="en-ID" dirty="0"/>
              <a:t> </a:t>
            </a:r>
            <a:r>
              <a:rPr lang="en-ID" i="1" dirty="0"/>
              <a:t>hands-on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penyerangan</a:t>
            </a:r>
            <a:r>
              <a:rPr lang="en-ID" dirty="0"/>
              <a:t>.</a:t>
            </a:r>
          </a:p>
          <a:p>
            <a:r>
              <a:rPr lang="en-ID" b="1" dirty="0"/>
              <a:t>Hari 3: </a:t>
            </a:r>
            <a:r>
              <a:rPr lang="en-ID" b="1" dirty="0" err="1"/>
              <a:t>Pertahanan</a:t>
            </a:r>
            <a:r>
              <a:rPr lang="en-ID" b="1" dirty="0"/>
              <a:t> Tangguh</a:t>
            </a:r>
            <a:endParaRPr lang="en-ID" dirty="0"/>
          </a:p>
          <a:p>
            <a:pPr lvl="1"/>
            <a:r>
              <a:rPr lang="en-ID" dirty="0"/>
              <a:t>Best practices </a:t>
            </a:r>
            <a:r>
              <a:rPr lang="en-ID" dirty="0" err="1"/>
              <a:t>konfigurasi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dan patch management.</a:t>
            </a:r>
          </a:p>
          <a:p>
            <a:pPr lvl="1"/>
            <a:r>
              <a:rPr lang="en-ID" dirty="0" err="1"/>
              <a:t>Penerapan</a:t>
            </a:r>
            <a:r>
              <a:rPr lang="en-ID" dirty="0"/>
              <a:t> strategi </a:t>
            </a:r>
            <a:r>
              <a:rPr lang="en-ID" dirty="0" err="1"/>
              <a:t>pertahanan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simulasi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78743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8ABA5-A0FA-A242-D6A9-C4856FA3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4000">
                <a:solidFill>
                  <a:srgbClr val="FFFFFF"/>
                </a:solidFill>
              </a:rPr>
              <a:t>Perjalanan Ini Belum Berakhir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2592-E903-FD6B-1BFC-F57950F4C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D" sz="2000" b="1"/>
              <a:t>Terus Belajar:</a:t>
            </a:r>
            <a:endParaRPr lang="en-ID" sz="2000"/>
          </a:p>
          <a:p>
            <a:pPr lvl="1"/>
            <a:r>
              <a:rPr lang="en-ID" sz="2000" b="1"/>
              <a:t>Sertifikasi:</a:t>
            </a:r>
            <a:r>
              <a:rPr lang="en-ID" sz="2000"/>
              <a:t> Pertimbangkan sertifikasi seperti GCIH, GCFA, atau OSCP.</a:t>
            </a:r>
          </a:p>
          <a:p>
            <a:pPr lvl="1"/>
            <a:r>
              <a:rPr lang="en-ID" sz="2000" b="1"/>
              <a:t>Komunitas:</a:t>
            </a:r>
            <a:r>
              <a:rPr lang="en-ID" sz="2000"/>
              <a:t> Ikuti forum, blog, dan konferensi keamanan siber.</a:t>
            </a:r>
          </a:p>
          <a:p>
            <a:pPr lvl="1"/>
            <a:r>
              <a:rPr lang="en-ID" sz="2000" b="1"/>
              <a:t>Baca Buku:</a:t>
            </a:r>
            <a:r>
              <a:rPr lang="en-ID" sz="2000"/>
              <a:t> "The Practice of Network Security Monitoring" oleh Richard Bejtlich.</a:t>
            </a:r>
          </a:p>
          <a:p>
            <a:r>
              <a:rPr lang="en-ID" sz="2000" b="1"/>
              <a:t>Praktik di Lingkungan Aman:</a:t>
            </a:r>
            <a:endParaRPr lang="en-ID" sz="2000"/>
          </a:p>
          <a:p>
            <a:pPr lvl="1"/>
            <a:r>
              <a:rPr lang="en-ID" sz="2000" b="1"/>
              <a:t>Bangun Home Lab:</a:t>
            </a:r>
            <a:r>
              <a:rPr lang="en-ID" sz="2000"/>
              <a:t> Gunakan VirtualBox/VMware untuk membuat lab Anda sendiri.</a:t>
            </a:r>
          </a:p>
          <a:p>
            <a:pPr lvl="1"/>
            <a:r>
              <a:rPr lang="en-ID" sz="2000" b="1"/>
              <a:t>Platform Online:</a:t>
            </a:r>
            <a:r>
              <a:rPr lang="en-ID" sz="2000"/>
              <a:t> Coba platform seperti Hack The Box atau TryHackMe untuk melatih keterampilan.</a:t>
            </a:r>
          </a:p>
          <a:p>
            <a:r>
              <a:rPr lang="en-ID" sz="2000" b="1"/>
              <a:t>Terapkan di Lingkungan Kerja:</a:t>
            </a:r>
            <a:endParaRPr lang="en-ID" sz="2000"/>
          </a:p>
          <a:p>
            <a:pPr lvl="1"/>
            <a:r>
              <a:rPr lang="en-ID" sz="2000"/>
              <a:t>Mulai dari yang kecil: audit satu aturan firewall, usulkan proses patching untuk satu sistem kritis.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685771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FD05F-1269-6E23-867A-E2641C42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3907616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1062</Words>
  <Application>Microsoft Office PowerPoint</Application>
  <PresentationFormat>Widescreen</PresentationFormat>
  <Paragraphs>108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Evading IDS and Firewalls: Techniques and Countermeasures</vt:lpstr>
      <vt:lpstr>Agenda Hari Ketiga</vt:lpstr>
      <vt:lpstr>Kemarin Kita Menjadi Penyerang, Hari Ini Kita Menjadi Pembela</vt:lpstr>
      <vt:lpstr>Module 7: Best Practices Konfigurasi Aturan Firewall &amp; IDS</vt:lpstr>
      <vt:lpstr>Membangun Pagar yang Kokoh</vt:lpstr>
      <vt:lpstr>Meningkatkan Akurasi Alarm</vt:lpstr>
      <vt:lpstr>Module 8: Peran Kritis Patch Management</vt:lpstr>
      <vt:lpstr>Proses yang Terstruktur untuk Keamanan</vt:lpstr>
      <vt:lpstr>Kasus: Serangan WannaCry (2017)</vt:lpstr>
      <vt:lpstr>Waktunya Bertindak: Tantangan Akhir</vt:lpstr>
      <vt:lpstr>Apa yang Kita Pelajari dari Tantangan Tadi?</vt:lpstr>
      <vt:lpstr>Perjalanan 3 Hari: Dari Memahami hingga Membangun</vt:lpstr>
      <vt:lpstr>Perjalanan Ini Belum Berakhir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ROLLY MAULANA AWANGGA</dc:creator>
  <cp:lastModifiedBy>ROLLY MAULANA AWANGGA</cp:lastModifiedBy>
  <cp:revision>31</cp:revision>
  <dcterms:created xsi:type="dcterms:W3CDTF">2025-11-25T02:14:01Z</dcterms:created>
  <dcterms:modified xsi:type="dcterms:W3CDTF">2025-11-25T02:27:53Z</dcterms:modified>
</cp:coreProperties>
</file>