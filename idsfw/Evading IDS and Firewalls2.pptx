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FA0E05-94ED-4F11-930C-882D8828B094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9409CD-7B63-41B9-B773-5E0A59A9F0B3}">
      <dgm:prSet/>
      <dgm:spPr/>
      <dgm:t>
        <a:bodyPr/>
        <a:lstStyle/>
        <a:p>
          <a:r>
            <a:rPr lang="en-ID" b="1"/>
            <a:t>Sesi Pagi</a:t>
          </a:r>
          <a:endParaRPr lang="en-US"/>
        </a:p>
      </dgm:t>
    </dgm:pt>
    <dgm:pt modelId="{C7A7A531-BACA-497E-A256-0922FD68B124}" type="parTrans" cxnId="{263CA588-3BAF-43FA-89AD-50ABBABAD06E}">
      <dgm:prSet/>
      <dgm:spPr/>
      <dgm:t>
        <a:bodyPr/>
        <a:lstStyle/>
        <a:p>
          <a:endParaRPr lang="en-US"/>
        </a:p>
      </dgm:t>
    </dgm:pt>
    <dgm:pt modelId="{BD8C234A-4399-4C80-BE7F-28805093342C}" type="sibTrans" cxnId="{263CA588-3BAF-43FA-89AD-50ABBABAD06E}">
      <dgm:prSet/>
      <dgm:spPr/>
      <dgm:t>
        <a:bodyPr/>
        <a:lstStyle/>
        <a:p>
          <a:endParaRPr lang="en-US"/>
        </a:p>
      </dgm:t>
    </dgm:pt>
    <dgm:pt modelId="{A709821C-3432-4770-9271-5307D8DF131D}">
      <dgm:prSet/>
      <dgm:spPr/>
      <dgm:t>
        <a:bodyPr/>
        <a:lstStyle/>
        <a:p>
          <a:r>
            <a:rPr lang="en-ID"/>
            <a:t>Review Singkat Hari Pertama</a:t>
          </a:r>
          <a:endParaRPr lang="en-US"/>
        </a:p>
      </dgm:t>
    </dgm:pt>
    <dgm:pt modelId="{EAA8F2B2-D658-4486-8228-090B4DB49F30}" type="parTrans" cxnId="{EB04DAED-4911-4751-904D-85C2F2B9DBDF}">
      <dgm:prSet/>
      <dgm:spPr/>
      <dgm:t>
        <a:bodyPr/>
        <a:lstStyle/>
        <a:p>
          <a:endParaRPr lang="en-US"/>
        </a:p>
      </dgm:t>
    </dgm:pt>
    <dgm:pt modelId="{79D055BF-74D3-495E-A708-5F7BAFE7912C}" type="sibTrans" cxnId="{EB04DAED-4911-4751-904D-85C2F2B9DBDF}">
      <dgm:prSet/>
      <dgm:spPr/>
      <dgm:t>
        <a:bodyPr/>
        <a:lstStyle/>
        <a:p>
          <a:endParaRPr lang="en-US"/>
        </a:p>
      </dgm:t>
    </dgm:pt>
    <dgm:pt modelId="{D7C765B7-0EDF-4313-9B4F-151EB5E56338}">
      <dgm:prSet/>
      <dgm:spPr/>
      <dgm:t>
        <a:bodyPr/>
        <a:lstStyle/>
        <a:p>
          <a:r>
            <a:rPr lang="en-ID"/>
            <a:t>Module 4: Membobol Windows Intrusion Detection System (IDS)</a:t>
          </a:r>
          <a:endParaRPr lang="en-US"/>
        </a:p>
      </dgm:t>
    </dgm:pt>
    <dgm:pt modelId="{FB742D27-303C-4D9C-9C0C-15E4C7D23AAD}" type="parTrans" cxnId="{1F11CEA0-082F-4907-B5FE-04BF23ABBA91}">
      <dgm:prSet/>
      <dgm:spPr/>
      <dgm:t>
        <a:bodyPr/>
        <a:lstStyle/>
        <a:p>
          <a:endParaRPr lang="en-US"/>
        </a:p>
      </dgm:t>
    </dgm:pt>
    <dgm:pt modelId="{74E65E83-5012-4C06-BFC4-DE2054DE24F3}" type="sibTrans" cxnId="{1F11CEA0-082F-4907-B5FE-04BF23ABBA91}">
      <dgm:prSet/>
      <dgm:spPr/>
      <dgm:t>
        <a:bodyPr/>
        <a:lstStyle/>
        <a:p>
          <a:endParaRPr lang="en-US"/>
        </a:p>
      </dgm:t>
    </dgm:pt>
    <dgm:pt modelId="{2D3D9856-9DC7-4AF4-B235-D838C62A7DA9}">
      <dgm:prSet/>
      <dgm:spPr/>
      <dgm:t>
        <a:bodyPr/>
        <a:lstStyle/>
        <a:p>
          <a:r>
            <a:rPr lang="en-ID"/>
            <a:t>Demo: Teknik Obfuscasi untuk Menghindari IDS</a:t>
          </a:r>
          <a:endParaRPr lang="en-US"/>
        </a:p>
      </dgm:t>
    </dgm:pt>
    <dgm:pt modelId="{99DAEB50-44CB-4DA4-AE5C-46F333E8AC95}" type="parTrans" cxnId="{D0F1B555-9919-4850-BEB6-FF8727866266}">
      <dgm:prSet/>
      <dgm:spPr/>
      <dgm:t>
        <a:bodyPr/>
        <a:lstStyle/>
        <a:p>
          <a:endParaRPr lang="en-US"/>
        </a:p>
      </dgm:t>
    </dgm:pt>
    <dgm:pt modelId="{A07A1845-D841-4F05-869A-631727058E36}" type="sibTrans" cxnId="{D0F1B555-9919-4850-BEB6-FF8727866266}">
      <dgm:prSet/>
      <dgm:spPr/>
      <dgm:t>
        <a:bodyPr/>
        <a:lstStyle/>
        <a:p>
          <a:endParaRPr lang="en-US"/>
        </a:p>
      </dgm:t>
    </dgm:pt>
    <dgm:pt modelId="{6CC08509-77D4-486E-9CF1-8EFDF190E156}">
      <dgm:prSet/>
      <dgm:spPr/>
      <dgm:t>
        <a:bodyPr/>
        <a:lstStyle/>
        <a:p>
          <a:r>
            <a:rPr lang="en-ID" b="1"/>
            <a:t>Sesi Sore</a:t>
          </a:r>
          <a:endParaRPr lang="en-US"/>
        </a:p>
      </dgm:t>
    </dgm:pt>
    <dgm:pt modelId="{A9184199-9972-42B1-8CD5-D8B0FF50E7F5}" type="parTrans" cxnId="{C736BE09-9078-4EA1-99B3-46A36323AC39}">
      <dgm:prSet/>
      <dgm:spPr/>
      <dgm:t>
        <a:bodyPr/>
        <a:lstStyle/>
        <a:p>
          <a:endParaRPr lang="en-US"/>
        </a:p>
      </dgm:t>
    </dgm:pt>
    <dgm:pt modelId="{9CD01768-B35C-474D-B00F-B82005DF1B4F}" type="sibTrans" cxnId="{C736BE09-9078-4EA1-99B3-46A36323AC39}">
      <dgm:prSet/>
      <dgm:spPr/>
      <dgm:t>
        <a:bodyPr/>
        <a:lstStyle/>
        <a:p>
          <a:endParaRPr lang="en-US"/>
        </a:p>
      </dgm:t>
    </dgm:pt>
    <dgm:pt modelId="{F0B6BF94-D643-4568-ACA8-A27FB981EE4E}">
      <dgm:prSet/>
      <dgm:spPr/>
      <dgm:t>
        <a:bodyPr/>
        <a:lstStyle/>
        <a:p>
          <a:r>
            <a:rPr lang="en-ID"/>
            <a:t>Module 5: Membobol Firewall dengan Teknik Tunneling</a:t>
          </a:r>
          <a:endParaRPr lang="en-US"/>
        </a:p>
      </dgm:t>
    </dgm:pt>
    <dgm:pt modelId="{779E6089-85BC-4D38-AAB0-1FCBF2E77FF3}" type="parTrans" cxnId="{D4BDB259-110E-4928-B4A0-B062DFD99EC8}">
      <dgm:prSet/>
      <dgm:spPr/>
      <dgm:t>
        <a:bodyPr/>
        <a:lstStyle/>
        <a:p>
          <a:endParaRPr lang="en-US"/>
        </a:p>
      </dgm:t>
    </dgm:pt>
    <dgm:pt modelId="{66003FC5-F9B2-49AA-9B9B-B123D9E1A926}" type="sibTrans" cxnId="{D4BDB259-110E-4928-B4A0-B062DFD99EC8}">
      <dgm:prSet/>
      <dgm:spPr/>
      <dgm:t>
        <a:bodyPr/>
        <a:lstStyle/>
        <a:p>
          <a:endParaRPr lang="en-US"/>
        </a:p>
      </dgm:t>
    </dgm:pt>
    <dgm:pt modelId="{06A788B4-9738-446C-AE2C-67642CA9CA48}">
      <dgm:prSet/>
      <dgm:spPr/>
      <dgm:t>
        <a:bodyPr/>
        <a:lstStyle/>
        <a:p>
          <a:r>
            <a:rPr lang="en-ID"/>
            <a:t>Praktikum 1: SSH Tunneling &amp; SOCKS Proxy</a:t>
          </a:r>
          <a:endParaRPr lang="en-US"/>
        </a:p>
      </dgm:t>
    </dgm:pt>
    <dgm:pt modelId="{DF8E0051-D175-4A76-BBF9-373219E32AB1}" type="parTrans" cxnId="{E8CFDEF4-EBE2-43F1-954D-9A5C3C07EF50}">
      <dgm:prSet/>
      <dgm:spPr/>
      <dgm:t>
        <a:bodyPr/>
        <a:lstStyle/>
        <a:p>
          <a:endParaRPr lang="en-US"/>
        </a:p>
      </dgm:t>
    </dgm:pt>
    <dgm:pt modelId="{3C2ACCF5-119C-48E3-AAAF-E01E10E95002}" type="sibTrans" cxnId="{E8CFDEF4-EBE2-43F1-954D-9A5C3C07EF50}">
      <dgm:prSet/>
      <dgm:spPr/>
      <dgm:t>
        <a:bodyPr/>
        <a:lstStyle/>
        <a:p>
          <a:endParaRPr lang="en-US"/>
        </a:p>
      </dgm:t>
    </dgm:pt>
    <dgm:pt modelId="{B37945DC-A78A-420D-92F8-8F186A13CA50}">
      <dgm:prSet/>
      <dgm:spPr/>
      <dgm:t>
        <a:bodyPr/>
        <a:lstStyle/>
        <a:p>
          <a:r>
            <a:rPr lang="en-ID"/>
            <a:t>Module 6: Teknik Membobol Antivirus</a:t>
          </a:r>
          <a:endParaRPr lang="en-US"/>
        </a:p>
      </dgm:t>
    </dgm:pt>
    <dgm:pt modelId="{AF20EF5A-95D3-420E-B2DB-C34CB06CC27B}" type="parTrans" cxnId="{6584B6F4-FB95-4BF5-9593-359CF6DCE0BA}">
      <dgm:prSet/>
      <dgm:spPr/>
      <dgm:t>
        <a:bodyPr/>
        <a:lstStyle/>
        <a:p>
          <a:endParaRPr lang="en-US"/>
        </a:p>
      </dgm:t>
    </dgm:pt>
    <dgm:pt modelId="{C391E248-765F-4927-8090-853EAE7E330C}" type="sibTrans" cxnId="{6584B6F4-FB95-4BF5-9593-359CF6DCE0BA}">
      <dgm:prSet/>
      <dgm:spPr/>
      <dgm:t>
        <a:bodyPr/>
        <a:lstStyle/>
        <a:p>
          <a:endParaRPr lang="en-US"/>
        </a:p>
      </dgm:t>
    </dgm:pt>
    <dgm:pt modelId="{FF7050FD-2937-43E9-B991-AA125CEDBFFA}">
      <dgm:prSet/>
      <dgm:spPr/>
      <dgm:t>
        <a:bodyPr/>
        <a:lstStyle/>
        <a:p>
          <a:r>
            <a:rPr lang="en-ID"/>
            <a:t>Praktikum 2: Evasi Antivirus Sederhana</a:t>
          </a:r>
          <a:endParaRPr lang="en-US"/>
        </a:p>
      </dgm:t>
    </dgm:pt>
    <dgm:pt modelId="{32FB7DC3-0671-4766-941F-D24BE2D872FC}" type="parTrans" cxnId="{56422C69-528E-4981-8CC6-87B9D64A50BF}">
      <dgm:prSet/>
      <dgm:spPr/>
      <dgm:t>
        <a:bodyPr/>
        <a:lstStyle/>
        <a:p>
          <a:endParaRPr lang="en-US"/>
        </a:p>
      </dgm:t>
    </dgm:pt>
    <dgm:pt modelId="{1C08E7B6-0605-4326-B32B-9434603E6BE9}" type="sibTrans" cxnId="{56422C69-528E-4981-8CC6-87B9D64A50BF}">
      <dgm:prSet/>
      <dgm:spPr/>
      <dgm:t>
        <a:bodyPr/>
        <a:lstStyle/>
        <a:p>
          <a:endParaRPr lang="en-US"/>
        </a:p>
      </dgm:t>
    </dgm:pt>
    <dgm:pt modelId="{B512FCDF-DB23-4520-A490-F878D97A644A}">
      <dgm:prSet/>
      <dgm:spPr/>
      <dgm:t>
        <a:bodyPr/>
        <a:lstStyle/>
        <a:p>
          <a:r>
            <a:rPr lang="en-ID"/>
            <a:t>Q&amp;A dan Ringkasan</a:t>
          </a:r>
          <a:endParaRPr lang="en-US"/>
        </a:p>
      </dgm:t>
    </dgm:pt>
    <dgm:pt modelId="{31F63EFD-D5D1-41F4-BE66-B8E90C9E5B30}" type="parTrans" cxnId="{A96641F3-7C14-4445-B3E2-3C0A3F41DE28}">
      <dgm:prSet/>
      <dgm:spPr/>
      <dgm:t>
        <a:bodyPr/>
        <a:lstStyle/>
        <a:p>
          <a:endParaRPr lang="en-US"/>
        </a:p>
      </dgm:t>
    </dgm:pt>
    <dgm:pt modelId="{0685CFBF-EF77-46EE-B9FD-9C57B8978B2C}" type="sibTrans" cxnId="{A96641F3-7C14-4445-B3E2-3C0A3F41DE28}">
      <dgm:prSet/>
      <dgm:spPr/>
      <dgm:t>
        <a:bodyPr/>
        <a:lstStyle/>
        <a:p>
          <a:endParaRPr lang="en-US"/>
        </a:p>
      </dgm:t>
    </dgm:pt>
    <dgm:pt modelId="{1BD93CB9-94DF-4260-B48F-7B897268D25A}" type="pres">
      <dgm:prSet presAssocID="{11FA0E05-94ED-4F11-930C-882D8828B094}" presName="linear" presStyleCnt="0">
        <dgm:presLayoutVars>
          <dgm:dir/>
          <dgm:animLvl val="lvl"/>
          <dgm:resizeHandles val="exact"/>
        </dgm:presLayoutVars>
      </dgm:prSet>
      <dgm:spPr/>
    </dgm:pt>
    <dgm:pt modelId="{9797D52D-9CEA-4045-948C-DFB8D41B20F1}" type="pres">
      <dgm:prSet presAssocID="{369409CD-7B63-41B9-B773-5E0A59A9F0B3}" presName="parentLin" presStyleCnt="0"/>
      <dgm:spPr/>
    </dgm:pt>
    <dgm:pt modelId="{DE55DD20-776C-4CD8-8517-757681293231}" type="pres">
      <dgm:prSet presAssocID="{369409CD-7B63-41B9-B773-5E0A59A9F0B3}" presName="parentLeftMargin" presStyleLbl="node1" presStyleIdx="0" presStyleCnt="2"/>
      <dgm:spPr/>
    </dgm:pt>
    <dgm:pt modelId="{62AF3C7E-97ED-4AD9-B39B-DDCEE138F61F}" type="pres">
      <dgm:prSet presAssocID="{369409CD-7B63-41B9-B773-5E0A59A9F0B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A57572C-B5A7-4022-BFD7-EE5ACD7B8125}" type="pres">
      <dgm:prSet presAssocID="{369409CD-7B63-41B9-B773-5E0A59A9F0B3}" presName="negativeSpace" presStyleCnt="0"/>
      <dgm:spPr/>
    </dgm:pt>
    <dgm:pt modelId="{06F43BD9-FF2E-4D4E-9828-BF5751A006F0}" type="pres">
      <dgm:prSet presAssocID="{369409CD-7B63-41B9-B773-5E0A59A9F0B3}" presName="childText" presStyleLbl="conFgAcc1" presStyleIdx="0" presStyleCnt="2">
        <dgm:presLayoutVars>
          <dgm:bulletEnabled val="1"/>
        </dgm:presLayoutVars>
      </dgm:prSet>
      <dgm:spPr/>
    </dgm:pt>
    <dgm:pt modelId="{FC171337-4E0A-4300-817E-49D51B11194A}" type="pres">
      <dgm:prSet presAssocID="{BD8C234A-4399-4C80-BE7F-28805093342C}" presName="spaceBetweenRectangles" presStyleCnt="0"/>
      <dgm:spPr/>
    </dgm:pt>
    <dgm:pt modelId="{AAFA2BE9-88B6-4EC2-A579-7E03765D1C72}" type="pres">
      <dgm:prSet presAssocID="{6CC08509-77D4-486E-9CF1-8EFDF190E156}" presName="parentLin" presStyleCnt="0"/>
      <dgm:spPr/>
    </dgm:pt>
    <dgm:pt modelId="{3C729E61-087D-4DF0-A00E-45F66C238C19}" type="pres">
      <dgm:prSet presAssocID="{6CC08509-77D4-486E-9CF1-8EFDF190E156}" presName="parentLeftMargin" presStyleLbl="node1" presStyleIdx="0" presStyleCnt="2"/>
      <dgm:spPr/>
    </dgm:pt>
    <dgm:pt modelId="{5E169577-1CD0-47AB-ABAD-161F18DF624E}" type="pres">
      <dgm:prSet presAssocID="{6CC08509-77D4-486E-9CF1-8EFDF190E15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24046C6-FAA3-464D-B18A-FA52C7BBC261}" type="pres">
      <dgm:prSet presAssocID="{6CC08509-77D4-486E-9CF1-8EFDF190E156}" presName="negativeSpace" presStyleCnt="0"/>
      <dgm:spPr/>
    </dgm:pt>
    <dgm:pt modelId="{4726B0E1-5656-4CA7-83E6-35B05871344E}" type="pres">
      <dgm:prSet presAssocID="{6CC08509-77D4-486E-9CF1-8EFDF190E15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736BE09-9078-4EA1-99B3-46A36323AC39}" srcId="{11FA0E05-94ED-4F11-930C-882D8828B094}" destId="{6CC08509-77D4-486E-9CF1-8EFDF190E156}" srcOrd="1" destOrd="0" parTransId="{A9184199-9972-42B1-8CD5-D8B0FF50E7F5}" sibTransId="{9CD01768-B35C-474D-B00F-B82005DF1B4F}"/>
    <dgm:cxn modelId="{B683FC11-95CF-4241-95F4-21885CAAE78D}" type="presOf" srcId="{B512FCDF-DB23-4520-A490-F878D97A644A}" destId="{4726B0E1-5656-4CA7-83E6-35B05871344E}" srcOrd="0" destOrd="4" presId="urn:microsoft.com/office/officeart/2005/8/layout/list1"/>
    <dgm:cxn modelId="{D1623830-56E8-4E00-8FD4-FD0B74280742}" type="presOf" srcId="{369409CD-7B63-41B9-B773-5E0A59A9F0B3}" destId="{62AF3C7E-97ED-4AD9-B39B-DDCEE138F61F}" srcOrd="1" destOrd="0" presId="urn:microsoft.com/office/officeart/2005/8/layout/list1"/>
    <dgm:cxn modelId="{2FA8483A-6F57-4F9D-B167-6FF1B2E724F7}" type="presOf" srcId="{6CC08509-77D4-486E-9CF1-8EFDF190E156}" destId="{5E169577-1CD0-47AB-ABAD-161F18DF624E}" srcOrd="1" destOrd="0" presId="urn:microsoft.com/office/officeart/2005/8/layout/list1"/>
    <dgm:cxn modelId="{B1738F65-6636-48BA-8C1C-EE69D2484E6E}" type="presOf" srcId="{A709821C-3432-4770-9271-5307D8DF131D}" destId="{06F43BD9-FF2E-4D4E-9828-BF5751A006F0}" srcOrd="0" destOrd="0" presId="urn:microsoft.com/office/officeart/2005/8/layout/list1"/>
    <dgm:cxn modelId="{56422C69-528E-4981-8CC6-87B9D64A50BF}" srcId="{6CC08509-77D4-486E-9CF1-8EFDF190E156}" destId="{FF7050FD-2937-43E9-B991-AA125CEDBFFA}" srcOrd="3" destOrd="0" parTransId="{32FB7DC3-0671-4766-941F-D24BE2D872FC}" sibTransId="{1C08E7B6-0605-4326-B32B-9434603E6BE9}"/>
    <dgm:cxn modelId="{C0AA844E-918F-4DFE-BB62-E92C309E8B8A}" type="presOf" srcId="{B37945DC-A78A-420D-92F8-8F186A13CA50}" destId="{4726B0E1-5656-4CA7-83E6-35B05871344E}" srcOrd="0" destOrd="2" presId="urn:microsoft.com/office/officeart/2005/8/layout/list1"/>
    <dgm:cxn modelId="{D0F1B555-9919-4850-BEB6-FF8727866266}" srcId="{369409CD-7B63-41B9-B773-5E0A59A9F0B3}" destId="{2D3D9856-9DC7-4AF4-B235-D838C62A7DA9}" srcOrd="2" destOrd="0" parTransId="{99DAEB50-44CB-4DA4-AE5C-46F333E8AC95}" sibTransId="{A07A1845-D841-4F05-869A-631727058E36}"/>
    <dgm:cxn modelId="{5375AB77-E27B-4AEC-80CA-6B562DE44A90}" type="presOf" srcId="{6CC08509-77D4-486E-9CF1-8EFDF190E156}" destId="{3C729E61-087D-4DF0-A00E-45F66C238C19}" srcOrd="0" destOrd="0" presId="urn:microsoft.com/office/officeart/2005/8/layout/list1"/>
    <dgm:cxn modelId="{D4BDB259-110E-4928-B4A0-B062DFD99EC8}" srcId="{6CC08509-77D4-486E-9CF1-8EFDF190E156}" destId="{F0B6BF94-D643-4568-ACA8-A27FB981EE4E}" srcOrd="0" destOrd="0" parTransId="{779E6089-85BC-4D38-AAB0-1FCBF2E77FF3}" sibTransId="{66003FC5-F9B2-49AA-9B9B-B123D9E1A926}"/>
    <dgm:cxn modelId="{760CF581-77BD-43BE-8A2C-1FCCF93D567A}" type="presOf" srcId="{2D3D9856-9DC7-4AF4-B235-D838C62A7DA9}" destId="{06F43BD9-FF2E-4D4E-9828-BF5751A006F0}" srcOrd="0" destOrd="2" presId="urn:microsoft.com/office/officeart/2005/8/layout/list1"/>
    <dgm:cxn modelId="{263CA588-3BAF-43FA-89AD-50ABBABAD06E}" srcId="{11FA0E05-94ED-4F11-930C-882D8828B094}" destId="{369409CD-7B63-41B9-B773-5E0A59A9F0B3}" srcOrd="0" destOrd="0" parTransId="{C7A7A531-BACA-497E-A256-0922FD68B124}" sibTransId="{BD8C234A-4399-4C80-BE7F-28805093342C}"/>
    <dgm:cxn modelId="{2B38318C-DFF2-4EDF-98FA-8D082BCBD1DB}" type="presOf" srcId="{D7C765B7-0EDF-4313-9B4F-151EB5E56338}" destId="{06F43BD9-FF2E-4D4E-9828-BF5751A006F0}" srcOrd="0" destOrd="1" presId="urn:microsoft.com/office/officeart/2005/8/layout/list1"/>
    <dgm:cxn modelId="{5A12668D-CAA4-42BE-AAB2-B84D820F3938}" type="presOf" srcId="{F0B6BF94-D643-4568-ACA8-A27FB981EE4E}" destId="{4726B0E1-5656-4CA7-83E6-35B05871344E}" srcOrd="0" destOrd="0" presId="urn:microsoft.com/office/officeart/2005/8/layout/list1"/>
    <dgm:cxn modelId="{1F11CEA0-082F-4907-B5FE-04BF23ABBA91}" srcId="{369409CD-7B63-41B9-B773-5E0A59A9F0B3}" destId="{D7C765B7-0EDF-4313-9B4F-151EB5E56338}" srcOrd="1" destOrd="0" parTransId="{FB742D27-303C-4D9C-9C0C-15E4C7D23AAD}" sibTransId="{74E65E83-5012-4C06-BFC4-DE2054DE24F3}"/>
    <dgm:cxn modelId="{1EE022B4-9910-4DF4-9453-3DFA9D1080D2}" type="presOf" srcId="{369409CD-7B63-41B9-B773-5E0A59A9F0B3}" destId="{DE55DD20-776C-4CD8-8517-757681293231}" srcOrd="0" destOrd="0" presId="urn:microsoft.com/office/officeart/2005/8/layout/list1"/>
    <dgm:cxn modelId="{E845CACE-28BA-4539-963A-8847BB24D0CA}" type="presOf" srcId="{11FA0E05-94ED-4F11-930C-882D8828B094}" destId="{1BD93CB9-94DF-4260-B48F-7B897268D25A}" srcOrd="0" destOrd="0" presId="urn:microsoft.com/office/officeart/2005/8/layout/list1"/>
    <dgm:cxn modelId="{9EF452D3-461D-4314-8787-C66A5ED6FEDC}" type="presOf" srcId="{06A788B4-9738-446C-AE2C-67642CA9CA48}" destId="{4726B0E1-5656-4CA7-83E6-35B05871344E}" srcOrd="0" destOrd="1" presId="urn:microsoft.com/office/officeart/2005/8/layout/list1"/>
    <dgm:cxn modelId="{ECF823D9-D098-45E8-BF45-2B79D119356B}" type="presOf" srcId="{FF7050FD-2937-43E9-B991-AA125CEDBFFA}" destId="{4726B0E1-5656-4CA7-83E6-35B05871344E}" srcOrd="0" destOrd="3" presId="urn:microsoft.com/office/officeart/2005/8/layout/list1"/>
    <dgm:cxn modelId="{EB04DAED-4911-4751-904D-85C2F2B9DBDF}" srcId="{369409CD-7B63-41B9-B773-5E0A59A9F0B3}" destId="{A709821C-3432-4770-9271-5307D8DF131D}" srcOrd="0" destOrd="0" parTransId="{EAA8F2B2-D658-4486-8228-090B4DB49F30}" sibTransId="{79D055BF-74D3-495E-A708-5F7BAFE7912C}"/>
    <dgm:cxn modelId="{A96641F3-7C14-4445-B3E2-3C0A3F41DE28}" srcId="{6CC08509-77D4-486E-9CF1-8EFDF190E156}" destId="{B512FCDF-DB23-4520-A490-F878D97A644A}" srcOrd="4" destOrd="0" parTransId="{31F63EFD-D5D1-41F4-BE66-B8E90C9E5B30}" sibTransId="{0685CFBF-EF77-46EE-B9FD-9C57B8978B2C}"/>
    <dgm:cxn modelId="{6584B6F4-FB95-4BF5-9593-359CF6DCE0BA}" srcId="{6CC08509-77D4-486E-9CF1-8EFDF190E156}" destId="{B37945DC-A78A-420D-92F8-8F186A13CA50}" srcOrd="2" destOrd="0" parTransId="{AF20EF5A-95D3-420E-B2DB-C34CB06CC27B}" sibTransId="{C391E248-765F-4927-8090-853EAE7E330C}"/>
    <dgm:cxn modelId="{E8CFDEF4-EBE2-43F1-954D-9A5C3C07EF50}" srcId="{6CC08509-77D4-486E-9CF1-8EFDF190E156}" destId="{06A788B4-9738-446C-AE2C-67642CA9CA48}" srcOrd="1" destOrd="0" parTransId="{DF8E0051-D175-4A76-BBF9-373219E32AB1}" sibTransId="{3C2ACCF5-119C-48E3-AAAF-E01E10E95002}"/>
    <dgm:cxn modelId="{846E393A-2E34-481C-A093-F3BFA2617859}" type="presParOf" srcId="{1BD93CB9-94DF-4260-B48F-7B897268D25A}" destId="{9797D52D-9CEA-4045-948C-DFB8D41B20F1}" srcOrd="0" destOrd="0" presId="urn:microsoft.com/office/officeart/2005/8/layout/list1"/>
    <dgm:cxn modelId="{45DB4FD9-B7B6-49EF-9454-9E17CF5109C8}" type="presParOf" srcId="{9797D52D-9CEA-4045-948C-DFB8D41B20F1}" destId="{DE55DD20-776C-4CD8-8517-757681293231}" srcOrd="0" destOrd="0" presId="urn:microsoft.com/office/officeart/2005/8/layout/list1"/>
    <dgm:cxn modelId="{F087AEF0-6A22-4B8F-A399-08EA523143AC}" type="presParOf" srcId="{9797D52D-9CEA-4045-948C-DFB8D41B20F1}" destId="{62AF3C7E-97ED-4AD9-B39B-DDCEE138F61F}" srcOrd="1" destOrd="0" presId="urn:microsoft.com/office/officeart/2005/8/layout/list1"/>
    <dgm:cxn modelId="{D43CF016-4978-4425-A170-61237483061B}" type="presParOf" srcId="{1BD93CB9-94DF-4260-B48F-7B897268D25A}" destId="{4A57572C-B5A7-4022-BFD7-EE5ACD7B8125}" srcOrd="1" destOrd="0" presId="urn:microsoft.com/office/officeart/2005/8/layout/list1"/>
    <dgm:cxn modelId="{B8316E7D-9DE5-4168-9F0B-AA58E892D316}" type="presParOf" srcId="{1BD93CB9-94DF-4260-B48F-7B897268D25A}" destId="{06F43BD9-FF2E-4D4E-9828-BF5751A006F0}" srcOrd="2" destOrd="0" presId="urn:microsoft.com/office/officeart/2005/8/layout/list1"/>
    <dgm:cxn modelId="{FB5C2AEB-34DB-4F3D-BB16-9E8A405F1282}" type="presParOf" srcId="{1BD93CB9-94DF-4260-B48F-7B897268D25A}" destId="{FC171337-4E0A-4300-817E-49D51B11194A}" srcOrd="3" destOrd="0" presId="urn:microsoft.com/office/officeart/2005/8/layout/list1"/>
    <dgm:cxn modelId="{5507384A-74F2-45E9-9B18-AFAF9501C012}" type="presParOf" srcId="{1BD93CB9-94DF-4260-B48F-7B897268D25A}" destId="{AAFA2BE9-88B6-4EC2-A579-7E03765D1C72}" srcOrd="4" destOrd="0" presId="urn:microsoft.com/office/officeart/2005/8/layout/list1"/>
    <dgm:cxn modelId="{95321A96-E689-4DDE-AA01-0E591DC5E7BD}" type="presParOf" srcId="{AAFA2BE9-88B6-4EC2-A579-7E03765D1C72}" destId="{3C729E61-087D-4DF0-A00E-45F66C238C19}" srcOrd="0" destOrd="0" presId="urn:microsoft.com/office/officeart/2005/8/layout/list1"/>
    <dgm:cxn modelId="{AC213723-DB03-416C-9082-6015013339FD}" type="presParOf" srcId="{AAFA2BE9-88B6-4EC2-A579-7E03765D1C72}" destId="{5E169577-1CD0-47AB-ABAD-161F18DF624E}" srcOrd="1" destOrd="0" presId="urn:microsoft.com/office/officeart/2005/8/layout/list1"/>
    <dgm:cxn modelId="{DDAA95A0-14A1-4EB5-A243-2E5617B61371}" type="presParOf" srcId="{1BD93CB9-94DF-4260-B48F-7B897268D25A}" destId="{C24046C6-FAA3-464D-B18A-FA52C7BBC261}" srcOrd="5" destOrd="0" presId="urn:microsoft.com/office/officeart/2005/8/layout/list1"/>
    <dgm:cxn modelId="{DEF589CE-0944-41A4-9F89-39784C43DCCB}" type="presParOf" srcId="{1BD93CB9-94DF-4260-B48F-7B897268D25A}" destId="{4726B0E1-5656-4CA7-83E6-35B05871344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C59097-AC59-41BE-8D55-F2204A15263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12EF6A7-7818-4579-84BC-A844B8F9C7ED}">
      <dgm:prSet/>
      <dgm:spPr/>
      <dgm:t>
        <a:bodyPr/>
        <a:lstStyle/>
        <a:p>
          <a:r>
            <a:rPr lang="en-ID" b="1"/>
            <a:t>Hari 1 Fokus pada:</a:t>
          </a:r>
          <a:endParaRPr lang="en-US"/>
        </a:p>
      </dgm:t>
    </dgm:pt>
    <dgm:pt modelId="{9B71AC56-CE2D-49A2-9AF6-C0DC1A275A37}" type="parTrans" cxnId="{9E979EBE-D33B-4075-A70B-02573D9DD36F}">
      <dgm:prSet/>
      <dgm:spPr/>
      <dgm:t>
        <a:bodyPr/>
        <a:lstStyle/>
        <a:p>
          <a:endParaRPr lang="en-US"/>
        </a:p>
      </dgm:t>
    </dgm:pt>
    <dgm:pt modelId="{988B5AA7-5C95-453E-9285-81B3D85852EB}" type="sibTrans" cxnId="{9E979EBE-D33B-4075-A70B-02573D9DD36F}">
      <dgm:prSet/>
      <dgm:spPr/>
      <dgm:t>
        <a:bodyPr/>
        <a:lstStyle/>
        <a:p>
          <a:endParaRPr lang="en-US"/>
        </a:p>
      </dgm:t>
    </dgm:pt>
    <dgm:pt modelId="{B97DFBF2-59CA-4687-9944-60C81D81043F}">
      <dgm:prSet/>
      <dgm:spPr/>
      <dgm:t>
        <a:bodyPr/>
        <a:lstStyle/>
        <a:p>
          <a:r>
            <a:rPr lang="en-ID" b="1"/>
            <a:t>Pemahaman Dasar:</a:t>
          </a:r>
          <a:r>
            <a:rPr lang="en-ID"/>
            <a:t> Firewall vs. IDS.</a:t>
          </a:r>
          <a:endParaRPr lang="en-US"/>
        </a:p>
      </dgm:t>
    </dgm:pt>
    <dgm:pt modelId="{E7E7AC4C-B0B5-4271-883F-057E02C2D9B3}" type="parTrans" cxnId="{028572F8-1511-4D7B-910A-E3E280D2C9F9}">
      <dgm:prSet/>
      <dgm:spPr/>
      <dgm:t>
        <a:bodyPr/>
        <a:lstStyle/>
        <a:p>
          <a:endParaRPr lang="en-US"/>
        </a:p>
      </dgm:t>
    </dgm:pt>
    <dgm:pt modelId="{097C6200-0EB3-40B7-B201-40BAEA5C79D7}" type="sibTrans" cxnId="{028572F8-1511-4D7B-910A-E3E280D2C9F9}">
      <dgm:prSet/>
      <dgm:spPr/>
      <dgm:t>
        <a:bodyPr/>
        <a:lstStyle/>
        <a:p>
          <a:endParaRPr lang="en-US"/>
        </a:p>
      </dgm:t>
    </dgm:pt>
    <dgm:pt modelId="{64BCA848-92FA-4777-9836-8D015208C74B}">
      <dgm:prSet/>
      <dgm:spPr/>
      <dgm:t>
        <a:bodyPr/>
        <a:lstStyle/>
        <a:p>
          <a:r>
            <a:rPr lang="en-ID" b="1"/>
            <a:t>Target Pertama:</a:t>
          </a:r>
          <a:r>
            <a:rPr lang="en-ID"/>
            <a:t> Windows Firewall (konfigurasi, bypass, penguatan).</a:t>
          </a:r>
          <a:endParaRPr lang="en-US"/>
        </a:p>
      </dgm:t>
    </dgm:pt>
    <dgm:pt modelId="{BD39CE95-84E4-4C17-83AE-B22FDEAC0A23}" type="parTrans" cxnId="{F76F1D39-4210-49B9-B79B-C124D78D7AB5}">
      <dgm:prSet/>
      <dgm:spPr/>
      <dgm:t>
        <a:bodyPr/>
        <a:lstStyle/>
        <a:p>
          <a:endParaRPr lang="en-US"/>
        </a:p>
      </dgm:t>
    </dgm:pt>
    <dgm:pt modelId="{E5E302B9-CA01-414E-AA82-E3F39CD7C82F}" type="sibTrans" cxnId="{F76F1D39-4210-49B9-B79B-C124D78D7AB5}">
      <dgm:prSet/>
      <dgm:spPr/>
      <dgm:t>
        <a:bodyPr/>
        <a:lstStyle/>
        <a:p>
          <a:endParaRPr lang="en-US"/>
        </a:p>
      </dgm:t>
    </dgm:pt>
    <dgm:pt modelId="{DA93E9BD-AE7B-4BB3-BC97-3E8668B96896}">
      <dgm:prSet/>
      <dgm:spPr/>
      <dgm:t>
        <a:bodyPr/>
        <a:lstStyle/>
        <a:p>
          <a:r>
            <a:rPr lang="en-ID" b="1"/>
            <a:t>Pertanyaan Penghubung untuk Hari Ini:</a:t>
          </a:r>
          <a:endParaRPr lang="en-US"/>
        </a:p>
      </dgm:t>
    </dgm:pt>
    <dgm:pt modelId="{200F006F-6506-4679-B297-90B57C7C8BD0}" type="parTrans" cxnId="{DEE65B87-CDAF-4036-9B9B-2136F6E6C19A}">
      <dgm:prSet/>
      <dgm:spPr/>
      <dgm:t>
        <a:bodyPr/>
        <a:lstStyle/>
        <a:p>
          <a:endParaRPr lang="en-US"/>
        </a:p>
      </dgm:t>
    </dgm:pt>
    <dgm:pt modelId="{A8D707F9-562E-413E-8B34-F668AEB78200}" type="sibTrans" cxnId="{DEE65B87-CDAF-4036-9B9B-2136F6E6C19A}">
      <dgm:prSet/>
      <dgm:spPr/>
      <dgm:t>
        <a:bodyPr/>
        <a:lstStyle/>
        <a:p>
          <a:endParaRPr lang="en-US"/>
        </a:p>
      </dgm:t>
    </dgm:pt>
    <dgm:pt modelId="{7792662A-A9EA-407D-A85E-87CB3D632869}">
      <dgm:prSet/>
      <dgm:spPr/>
      <dgm:t>
        <a:bodyPr/>
        <a:lstStyle/>
        <a:p>
          <a:r>
            <a:rPr lang="en-ID"/>
            <a:t>Jika firewall adalah pagar, dan kita sudah tahu cara memanjatnya, lalu bagaimana dengan </a:t>
          </a:r>
          <a:r>
            <a:rPr lang="en-ID" i="1"/>
            <a:t>sistem alarm</a:t>
          </a:r>
          <a:r>
            <a:rPr lang="en-ID"/>
            <a:t>nya (IDS)?</a:t>
          </a:r>
          <a:endParaRPr lang="en-US"/>
        </a:p>
      </dgm:t>
    </dgm:pt>
    <dgm:pt modelId="{D48817DC-A4BB-460C-89F0-803F08D6AC2F}" type="parTrans" cxnId="{E986A852-2FB5-4EFF-991F-3F085235BC8B}">
      <dgm:prSet/>
      <dgm:spPr/>
      <dgm:t>
        <a:bodyPr/>
        <a:lstStyle/>
        <a:p>
          <a:endParaRPr lang="en-US"/>
        </a:p>
      </dgm:t>
    </dgm:pt>
    <dgm:pt modelId="{BB111A8B-D4EF-4D1D-816B-04020BD032B1}" type="sibTrans" cxnId="{E986A852-2FB5-4EFF-991F-3F085235BC8B}">
      <dgm:prSet/>
      <dgm:spPr/>
      <dgm:t>
        <a:bodyPr/>
        <a:lstStyle/>
        <a:p>
          <a:endParaRPr lang="en-US"/>
        </a:p>
      </dgm:t>
    </dgm:pt>
    <dgm:pt modelId="{CAE2923F-B67C-4AEC-831E-A6A2A6DA40C0}">
      <dgm:prSet/>
      <dgm:spPr/>
      <dgm:t>
        <a:bodyPr/>
        <a:lstStyle/>
        <a:p>
          <a:r>
            <a:rPr lang="en-ID"/>
            <a:t>Bagaimana jika kita bisa membuat </a:t>
          </a:r>
          <a:r>
            <a:rPr lang="en-ID" i="1"/>
            <a:t>terowongan rahasia</a:t>
          </a:r>
          <a:r>
            <a:rPr lang="en-ID"/>
            <a:t> di bawah pagar itu?</a:t>
          </a:r>
          <a:endParaRPr lang="en-US"/>
        </a:p>
      </dgm:t>
    </dgm:pt>
    <dgm:pt modelId="{6899B3C8-2CA9-41FE-8D00-BBFED2C6EED5}" type="parTrans" cxnId="{6589522A-5D27-45B4-A3CC-CD1740C1B1C4}">
      <dgm:prSet/>
      <dgm:spPr/>
      <dgm:t>
        <a:bodyPr/>
        <a:lstStyle/>
        <a:p>
          <a:endParaRPr lang="en-US"/>
        </a:p>
      </dgm:t>
    </dgm:pt>
    <dgm:pt modelId="{A8B71722-4E5A-44DD-8108-2CC7FC533FC8}" type="sibTrans" cxnId="{6589522A-5D27-45B4-A3CC-CD1740C1B1C4}">
      <dgm:prSet/>
      <dgm:spPr/>
      <dgm:t>
        <a:bodyPr/>
        <a:lstStyle/>
        <a:p>
          <a:endParaRPr lang="en-US"/>
        </a:p>
      </dgm:t>
    </dgm:pt>
    <dgm:pt modelId="{45CBF17B-1B3D-43D5-8DB3-F6AAECCC196D}" type="pres">
      <dgm:prSet presAssocID="{DDC59097-AC59-41BE-8D55-F2204A15263D}" presName="linear" presStyleCnt="0">
        <dgm:presLayoutVars>
          <dgm:animLvl val="lvl"/>
          <dgm:resizeHandles val="exact"/>
        </dgm:presLayoutVars>
      </dgm:prSet>
      <dgm:spPr/>
    </dgm:pt>
    <dgm:pt modelId="{1D7FFF34-D9DF-41D9-ABDF-C02EF693FEAE}" type="pres">
      <dgm:prSet presAssocID="{512EF6A7-7818-4579-84BC-A844B8F9C7E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9498075-9739-4461-B24D-A275F15BFC31}" type="pres">
      <dgm:prSet presAssocID="{512EF6A7-7818-4579-84BC-A844B8F9C7ED}" presName="childText" presStyleLbl="revTx" presStyleIdx="0" presStyleCnt="2">
        <dgm:presLayoutVars>
          <dgm:bulletEnabled val="1"/>
        </dgm:presLayoutVars>
      </dgm:prSet>
      <dgm:spPr/>
    </dgm:pt>
    <dgm:pt modelId="{0C3A5D78-5491-49D0-B501-41337EDE4638}" type="pres">
      <dgm:prSet presAssocID="{DA93E9BD-AE7B-4BB3-BC97-3E8668B9689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0C76515-5E7E-45BB-A8D0-90C6CE209F66}" type="pres">
      <dgm:prSet presAssocID="{DA93E9BD-AE7B-4BB3-BC97-3E8668B9689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2450102-0B00-4579-B328-772AD8794363}" type="presOf" srcId="{7792662A-A9EA-407D-A85E-87CB3D632869}" destId="{80C76515-5E7E-45BB-A8D0-90C6CE209F66}" srcOrd="0" destOrd="0" presId="urn:microsoft.com/office/officeart/2005/8/layout/vList2"/>
    <dgm:cxn modelId="{0043AA09-0F5D-4264-911A-708530E18EF3}" type="presOf" srcId="{CAE2923F-B67C-4AEC-831E-A6A2A6DA40C0}" destId="{80C76515-5E7E-45BB-A8D0-90C6CE209F66}" srcOrd="0" destOrd="1" presId="urn:microsoft.com/office/officeart/2005/8/layout/vList2"/>
    <dgm:cxn modelId="{6589522A-5D27-45B4-A3CC-CD1740C1B1C4}" srcId="{DA93E9BD-AE7B-4BB3-BC97-3E8668B96896}" destId="{CAE2923F-B67C-4AEC-831E-A6A2A6DA40C0}" srcOrd="1" destOrd="0" parTransId="{6899B3C8-2CA9-41FE-8D00-BBFED2C6EED5}" sibTransId="{A8B71722-4E5A-44DD-8108-2CC7FC533FC8}"/>
    <dgm:cxn modelId="{F76F1D39-4210-49B9-B79B-C124D78D7AB5}" srcId="{512EF6A7-7818-4579-84BC-A844B8F9C7ED}" destId="{64BCA848-92FA-4777-9836-8D015208C74B}" srcOrd="1" destOrd="0" parTransId="{BD39CE95-84E4-4C17-83AE-B22FDEAC0A23}" sibTransId="{E5E302B9-CA01-414E-AA82-E3F39CD7C82F}"/>
    <dgm:cxn modelId="{D3475D67-40EE-44C5-84B2-0E57E48EDAB6}" type="presOf" srcId="{B97DFBF2-59CA-4687-9944-60C81D81043F}" destId="{59498075-9739-4461-B24D-A275F15BFC31}" srcOrd="0" destOrd="0" presId="urn:microsoft.com/office/officeart/2005/8/layout/vList2"/>
    <dgm:cxn modelId="{E986A852-2FB5-4EFF-991F-3F085235BC8B}" srcId="{DA93E9BD-AE7B-4BB3-BC97-3E8668B96896}" destId="{7792662A-A9EA-407D-A85E-87CB3D632869}" srcOrd="0" destOrd="0" parTransId="{D48817DC-A4BB-460C-89F0-803F08D6AC2F}" sibTransId="{BB111A8B-D4EF-4D1D-816B-04020BD032B1}"/>
    <dgm:cxn modelId="{FCFBA486-AC79-4157-AFEB-47BA1688C047}" type="presOf" srcId="{DDC59097-AC59-41BE-8D55-F2204A15263D}" destId="{45CBF17B-1B3D-43D5-8DB3-F6AAECCC196D}" srcOrd="0" destOrd="0" presId="urn:microsoft.com/office/officeart/2005/8/layout/vList2"/>
    <dgm:cxn modelId="{DEE65B87-CDAF-4036-9B9B-2136F6E6C19A}" srcId="{DDC59097-AC59-41BE-8D55-F2204A15263D}" destId="{DA93E9BD-AE7B-4BB3-BC97-3E8668B96896}" srcOrd="1" destOrd="0" parTransId="{200F006F-6506-4679-B297-90B57C7C8BD0}" sibTransId="{A8D707F9-562E-413E-8B34-F668AEB78200}"/>
    <dgm:cxn modelId="{EA11E5AA-DBB8-4C58-827B-2579F00DAEC6}" type="presOf" srcId="{512EF6A7-7818-4579-84BC-A844B8F9C7ED}" destId="{1D7FFF34-D9DF-41D9-ABDF-C02EF693FEAE}" srcOrd="0" destOrd="0" presId="urn:microsoft.com/office/officeart/2005/8/layout/vList2"/>
    <dgm:cxn modelId="{B64B52AB-6B1B-4AC1-86A8-20F45E43E8B1}" type="presOf" srcId="{64BCA848-92FA-4777-9836-8D015208C74B}" destId="{59498075-9739-4461-B24D-A275F15BFC31}" srcOrd="0" destOrd="1" presId="urn:microsoft.com/office/officeart/2005/8/layout/vList2"/>
    <dgm:cxn modelId="{9E979EBE-D33B-4075-A70B-02573D9DD36F}" srcId="{DDC59097-AC59-41BE-8D55-F2204A15263D}" destId="{512EF6A7-7818-4579-84BC-A844B8F9C7ED}" srcOrd="0" destOrd="0" parTransId="{9B71AC56-CE2D-49A2-9AF6-C0DC1A275A37}" sibTransId="{988B5AA7-5C95-453E-9285-81B3D85852EB}"/>
    <dgm:cxn modelId="{45983AC4-E868-432B-8B9D-6D2CACF6A57D}" type="presOf" srcId="{DA93E9BD-AE7B-4BB3-BC97-3E8668B96896}" destId="{0C3A5D78-5491-49D0-B501-41337EDE4638}" srcOrd="0" destOrd="0" presId="urn:microsoft.com/office/officeart/2005/8/layout/vList2"/>
    <dgm:cxn modelId="{028572F8-1511-4D7B-910A-E3E280D2C9F9}" srcId="{512EF6A7-7818-4579-84BC-A844B8F9C7ED}" destId="{B97DFBF2-59CA-4687-9944-60C81D81043F}" srcOrd="0" destOrd="0" parTransId="{E7E7AC4C-B0B5-4271-883F-057E02C2D9B3}" sibTransId="{097C6200-0EB3-40B7-B201-40BAEA5C79D7}"/>
    <dgm:cxn modelId="{AA794833-07D3-44C3-BE19-C83BB9974B09}" type="presParOf" srcId="{45CBF17B-1B3D-43D5-8DB3-F6AAECCC196D}" destId="{1D7FFF34-D9DF-41D9-ABDF-C02EF693FEAE}" srcOrd="0" destOrd="0" presId="urn:microsoft.com/office/officeart/2005/8/layout/vList2"/>
    <dgm:cxn modelId="{507D08BD-5A3E-46A5-BFDB-31C88D655A9B}" type="presParOf" srcId="{45CBF17B-1B3D-43D5-8DB3-F6AAECCC196D}" destId="{59498075-9739-4461-B24D-A275F15BFC31}" srcOrd="1" destOrd="0" presId="urn:microsoft.com/office/officeart/2005/8/layout/vList2"/>
    <dgm:cxn modelId="{CEE8F3DE-B945-4E4E-998D-1970CE56B626}" type="presParOf" srcId="{45CBF17B-1B3D-43D5-8DB3-F6AAECCC196D}" destId="{0C3A5D78-5491-49D0-B501-41337EDE4638}" srcOrd="2" destOrd="0" presId="urn:microsoft.com/office/officeart/2005/8/layout/vList2"/>
    <dgm:cxn modelId="{493AFBCE-A356-4519-92DE-6C4A0174F854}" type="presParOf" srcId="{45CBF17B-1B3D-43D5-8DB3-F6AAECCC196D}" destId="{80C76515-5E7E-45BB-A8D0-90C6CE209F6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9D948B-7640-4C97-BC4E-8E6842E6D46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B5E53DB-0DC9-4CE8-B57E-9E49D2EE8490}">
      <dgm:prSet/>
      <dgm:spPr/>
      <dgm:t>
        <a:bodyPr/>
        <a:lstStyle/>
        <a:p>
          <a:r>
            <a:rPr lang="en-ID" b="1"/>
            <a:t>Tujuan:</a:t>
          </a:r>
          <a:r>
            <a:rPr lang="en-ID"/>
            <a:t> Memahami bagaimana penyerang mengeksploitasi kerentanan di Windows IDS untuk tetap tidak terlihat.</a:t>
          </a:r>
          <a:endParaRPr lang="en-US"/>
        </a:p>
      </dgm:t>
    </dgm:pt>
    <dgm:pt modelId="{D5473E33-3253-4B3E-B996-52468D059981}" type="parTrans" cxnId="{8D938538-7114-444B-815E-F71861D10471}">
      <dgm:prSet/>
      <dgm:spPr/>
      <dgm:t>
        <a:bodyPr/>
        <a:lstStyle/>
        <a:p>
          <a:endParaRPr lang="en-US"/>
        </a:p>
      </dgm:t>
    </dgm:pt>
    <dgm:pt modelId="{86EC3DD4-BA0B-43D7-8D08-9E7BBA979612}" type="sibTrans" cxnId="{8D938538-7114-444B-815E-F71861D10471}">
      <dgm:prSet/>
      <dgm:spPr/>
      <dgm:t>
        <a:bodyPr/>
        <a:lstStyle/>
        <a:p>
          <a:endParaRPr lang="en-US"/>
        </a:p>
      </dgm:t>
    </dgm:pt>
    <dgm:pt modelId="{392A587E-819D-459D-869D-441718867656}">
      <dgm:prSet/>
      <dgm:spPr/>
      <dgm:t>
        <a:bodyPr/>
        <a:lstStyle/>
        <a:p>
          <a:r>
            <a:rPr lang="en-ID" b="1"/>
            <a:t>Topik:</a:t>
          </a:r>
          <a:endParaRPr lang="en-US"/>
        </a:p>
      </dgm:t>
    </dgm:pt>
    <dgm:pt modelId="{6FB253C7-CD19-45E3-9E8C-1E2454CD9327}" type="parTrans" cxnId="{D69E7DA2-9AA1-40F8-831B-51D029EA5AC7}">
      <dgm:prSet/>
      <dgm:spPr/>
      <dgm:t>
        <a:bodyPr/>
        <a:lstStyle/>
        <a:p>
          <a:endParaRPr lang="en-US"/>
        </a:p>
      </dgm:t>
    </dgm:pt>
    <dgm:pt modelId="{E7609AAA-3CF7-423B-8B0E-EEA02236AAFF}" type="sibTrans" cxnId="{D69E7DA2-9AA1-40F8-831B-51D029EA5AC7}">
      <dgm:prSet/>
      <dgm:spPr/>
      <dgm:t>
        <a:bodyPr/>
        <a:lstStyle/>
        <a:p>
          <a:endParaRPr lang="en-US"/>
        </a:p>
      </dgm:t>
    </dgm:pt>
    <dgm:pt modelId="{5FACFC9C-2C1C-4B94-8465-472CFB89FB87}">
      <dgm:prSet/>
      <dgm:spPr/>
      <dgm:t>
        <a:bodyPr/>
        <a:lstStyle/>
        <a:p>
          <a:r>
            <a:rPr lang="en-ID"/>
            <a:t>Cara kerja Windows IDS/HIDS (Signature-based vs. Anomaly-based).</a:t>
          </a:r>
          <a:endParaRPr lang="en-US"/>
        </a:p>
      </dgm:t>
    </dgm:pt>
    <dgm:pt modelId="{442D3100-A251-47A7-8827-67B55E9FDAE6}" type="parTrans" cxnId="{67D66358-3DB8-4B24-8368-EDA84C035039}">
      <dgm:prSet/>
      <dgm:spPr/>
      <dgm:t>
        <a:bodyPr/>
        <a:lstStyle/>
        <a:p>
          <a:endParaRPr lang="en-US"/>
        </a:p>
      </dgm:t>
    </dgm:pt>
    <dgm:pt modelId="{DDA95ACB-E82C-4447-ACFD-233D58C4D4C5}" type="sibTrans" cxnId="{67D66358-3DB8-4B24-8368-EDA84C035039}">
      <dgm:prSet/>
      <dgm:spPr/>
      <dgm:t>
        <a:bodyPr/>
        <a:lstStyle/>
        <a:p>
          <a:endParaRPr lang="en-US"/>
        </a:p>
      </dgm:t>
    </dgm:pt>
    <dgm:pt modelId="{7D155630-61AA-48C2-A9F5-1555FA20D2DB}">
      <dgm:prSet/>
      <dgm:spPr/>
      <dgm:t>
        <a:bodyPr/>
        <a:lstStyle/>
        <a:p>
          <a:r>
            <a:rPr lang="en-ID"/>
            <a:t>Teknik-teknik bypass yang umum digunakan.</a:t>
          </a:r>
          <a:endParaRPr lang="en-US"/>
        </a:p>
      </dgm:t>
    </dgm:pt>
    <dgm:pt modelId="{D5B0C3C5-4A16-42B6-AB75-19F67C5C96CA}" type="parTrans" cxnId="{01E2D586-30FF-40EC-9A59-739F4BBA8EE9}">
      <dgm:prSet/>
      <dgm:spPr/>
      <dgm:t>
        <a:bodyPr/>
        <a:lstStyle/>
        <a:p>
          <a:endParaRPr lang="en-US"/>
        </a:p>
      </dgm:t>
    </dgm:pt>
    <dgm:pt modelId="{C7C01085-C0F5-45C1-AA63-4411B596F042}" type="sibTrans" cxnId="{01E2D586-30FF-40EC-9A59-739F4BBA8EE9}">
      <dgm:prSet/>
      <dgm:spPr/>
      <dgm:t>
        <a:bodyPr/>
        <a:lstStyle/>
        <a:p>
          <a:endParaRPr lang="en-US"/>
        </a:p>
      </dgm:t>
    </dgm:pt>
    <dgm:pt modelId="{8F5A1FCE-84BC-4A62-8B96-34AA9A43DE37}">
      <dgm:prSet/>
      <dgm:spPr/>
      <dgm:t>
        <a:bodyPr/>
        <a:lstStyle/>
        <a:p>
          <a:r>
            <a:rPr lang="en-ID"/>
            <a:t>Praktik terbaik untuk konfigurasi dan monitoring IDS.</a:t>
          </a:r>
          <a:endParaRPr lang="en-US"/>
        </a:p>
      </dgm:t>
    </dgm:pt>
    <dgm:pt modelId="{97F1B14B-938F-45A2-A8BF-93BADA4F65C1}" type="parTrans" cxnId="{B1034EC4-0DE3-41B9-9461-D57356C2BAE3}">
      <dgm:prSet/>
      <dgm:spPr/>
      <dgm:t>
        <a:bodyPr/>
        <a:lstStyle/>
        <a:p>
          <a:endParaRPr lang="en-US"/>
        </a:p>
      </dgm:t>
    </dgm:pt>
    <dgm:pt modelId="{17208E1C-047A-4435-B0BF-21B0952183C4}" type="sibTrans" cxnId="{B1034EC4-0DE3-41B9-9461-D57356C2BAE3}">
      <dgm:prSet/>
      <dgm:spPr/>
      <dgm:t>
        <a:bodyPr/>
        <a:lstStyle/>
        <a:p>
          <a:endParaRPr lang="en-US"/>
        </a:p>
      </dgm:t>
    </dgm:pt>
    <dgm:pt modelId="{8FC37C27-1841-41B2-9EBC-168C5632733B}" type="pres">
      <dgm:prSet presAssocID="{B09D948B-7640-4C97-BC4E-8E6842E6D468}" presName="linear" presStyleCnt="0">
        <dgm:presLayoutVars>
          <dgm:animLvl val="lvl"/>
          <dgm:resizeHandles val="exact"/>
        </dgm:presLayoutVars>
      </dgm:prSet>
      <dgm:spPr/>
    </dgm:pt>
    <dgm:pt modelId="{D62142E5-B71E-462B-A88F-49F9C7DD2A3F}" type="pres">
      <dgm:prSet presAssocID="{9B5E53DB-0DC9-4CE8-B57E-9E49D2EE849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651DB58-7FF4-45A1-8121-102C423126DB}" type="pres">
      <dgm:prSet presAssocID="{86EC3DD4-BA0B-43D7-8D08-9E7BBA979612}" presName="spacer" presStyleCnt="0"/>
      <dgm:spPr/>
    </dgm:pt>
    <dgm:pt modelId="{0D64B7E0-0DA4-40BE-83B5-418A1FD58214}" type="pres">
      <dgm:prSet presAssocID="{392A587E-819D-459D-869D-44171886765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5F77630-740D-479B-8075-73EC1784E21C}" type="pres">
      <dgm:prSet presAssocID="{392A587E-819D-459D-869D-44171886765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3A8F519-9E9E-450F-9AFD-6A4DC154359B}" type="presOf" srcId="{9B5E53DB-0DC9-4CE8-B57E-9E49D2EE8490}" destId="{D62142E5-B71E-462B-A88F-49F9C7DD2A3F}" srcOrd="0" destOrd="0" presId="urn:microsoft.com/office/officeart/2005/8/layout/vList2"/>
    <dgm:cxn modelId="{D6689C25-609F-4208-AADB-83E6F35CD725}" type="presOf" srcId="{392A587E-819D-459D-869D-441718867656}" destId="{0D64B7E0-0DA4-40BE-83B5-418A1FD58214}" srcOrd="0" destOrd="0" presId="urn:microsoft.com/office/officeart/2005/8/layout/vList2"/>
    <dgm:cxn modelId="{8D938538-7114-444B-815E-F71861D10471}" srcId="{B09D948B-7640-4C97-BC4E-8E6842E6D468}" destId="{9B5E53DB-0DC9-4CE8-B57E-9E49D2EE8490}" srcOrd="0" destOrd="0" parTransId="{D5473E33-3253-4B3E-B996-52468D059981}" sibTransId="{86EC3DD4-BA0B-43D7-8D08-9E7BBA979612}"/>
    <dgm:cxn modelId="{B0AC1D77-738D-420B-9319-620BDBE42F9C}" type="presOf" srcId="{B09D948B-7640-4C97-BC4E-8E6842E6D468}" destId="{8FC37C27-1841-41B2-9EBC-168C5632733B}" srcOrd="0" destOrd="0" presId="urn:microsoft.com/office/officeart/2005/8/layout/vList2"/>
    <dgm:cxn modelId="{67D66358-3DB8-4B24-8368-EDA84C035039}" srcId="{392A587E-819D-459D-869D-441718867656}" destId="{5FACFC9C-2C1C-4B94-8465-472CFB89FB87}" srcOrd="0" destOrd="0" parTransId="{442D3100-A251-47A7-8827-67B55E9FDAE6}" sibTransId="{DDA95ACB-E82C-4447-ACFD-233D58C4D4C5}"/>
    <dgm:cxn modelId="{1DDFB37F-CFFF-4463-A255-F9CD734128DC}" type="presOf" srcId="{5FACFC9C-2C1C-4B94-8465-472CFB89FB87}" destId="{05F77630-740D-479B-8075-73EC1784E21C}" srcOrd="0" destOrd="0" presId="urn:microsoft.com/office/officeart/2005/8/layout/vList2"/>
    <dgm:cxn modelId="{01E2D586-30FF-40EC-9A59-739F4BBA8EE9}" srcId="{392A587E-819D-459D-869D-441718867656}" destId="{7D155630-61AA-48C2-A9F5-1555FA20D2DB}" srcOrd="1" destOrd="0" parTransId="{D5B0C3C5-4A16-42B6-AB75-19F67C5C96CA}" sibTransId="{C7C01085-C0F5-45C1-AA63-4411B596F042}"/>
    <dgm:cxn modelId="{D69E7DA2-9AA1-40F8-831B-51D029EA5AC7}" srcId="{B09D948B-7640-4C97-BC4E-8E6842E6D468}" destId="{392A587E-819D-459D-869D-441718867656}" srcOrd="1" destOrd="0" parTransId="{6FB253C7-CD19-45E3-9E8C-1E2454CD9327}" sibTransId="{E7609AAA-3CF7-423B-8B0E-EEA02236AAFF}"/>
    <dgm:cxn modelId="{B1034EC4-0DE3-41B9-9461-D57356C2BAE3}" srcId="{392A587E-819D-459D-869D-441718867656}" destId="{8F5A1FCE-84BC-4A62-8B96-34AA9A43DE37}" srcOrd="2" destOrd="0" parTransId="{97F1B14B-938F-45A2-A8BF-93BADA4F65C1}" sibTransId="{17208E1C-047A-4435-B0BF-21B0952183C4}"/>
    <dgm:cxn modelId="{16D48CE3-2CB3-4B90-9517-7562F4D34A55}" type="presOf" srcId="{8F5A1FCE-84BC-4A62-8B96-34AA9A43DE37}" destId="{05F77630-740D-479B-8075-73EC1784E21C}" srcOrd="0" destOrd="2" presId="urn:microsoft.com/office/officeart/2005/8/layout/vList2"/>
    <dgm:cxn modelId="{CA96DDF6-5A32-442F-BF12-446BCDBE1C6A}" type="presOf" srcId="{7D155630-61AA-48C2-A9F5-1555FA20D2DB}" destId="{05F77630-740D-479B-8075-73EC1784E21C}" srcOrd="0" destOrd="1" presId="urn:microsoft.com/office/officeart/2005/8/layout/vList2"/>
    <dgm:cxn modelId="{D91596EB-C78B-42FF-B333-61FC2A62A53F}" type="presParOf" srcId="{8FC37C27-1841-41B2-9EBC-168C5632733B}" destId="{D62142E5-B71E-462B-A88F-49F9C7DD2A3F}" srcOrd="0" destOrd="0" presId="urn:microsoft.com/office/officeart/2005/8/layout/vList2"/>
    <dgm:cxn modelId="{38BBAD1F-A3B8-4703-A983-5DD60F0F6BB3}" type="presParOf" srcId="{8FC37C27-1841-41B2-9EBC-168C5632733B}" destId="{6651DB58-7FF4-45A1-8121-102C423126DB}" srcOrd="1" destOrd="0" presId="urn:microsoft.com/office/officeart/2005/8/layout/vList2"/>
    <dgm:cxn modelId="{4D3ABB41-19B9-4653-B49C-34A8772C1D60}" type="presParOf" srcId="{8FC37C27-1841-41B2-9EBC-168C5632733B}" destId="{0D64B7E0-0DA4-40BE-83B5-418A1FD58214}" srcOrd="2" destOrd="0" presId="urn:microsoft.com/office/officeart/2005/8/layout/vList2"/>
    <dgm:cxn modelId="{510EBF5E-1F6F-486D-929C-FF59E5E9027F}" type="presParOf" srcId="{8FC37C27-1841-41B2-9EBC-168C5632733B}" destId="{05F77630-740D-479B-8075-73EC1784E21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40A974-2425-4EA3-81EB-E2E8C739060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C16B1C5-22ED-4E8B-8FE6-E669D5BD1C9D}">
      <dgm:prSet/>
      <dgm:spPr/>
      <dgm:t>
        <a:bodyPr/>
        <a:lstStyle/>
        <a:p>
          <a:pPr>
            <a:defRPr b="1"/>
          </a:pPr>
          <a:r>
            <a:rPr lang="en-ID" b="1"/>
            <a:t>Signature-Based Detection:</a:t>
          </a:r>
          <a:endParaRPr lang="en-US"/>
        </a:p>
      </dgm:t>
    </dgm:pt>
    <dgm:pt modelId="{76990C0B-599C-48CC-833C-DE10D6CEC768}" type="parTrans" cxnId="{93AA48BD-7B01-4AEC-94CF-2A470A9053AD}">
      <dgm:prSet/>
      <dgm:spPr/>
      <dgm:t>
        <a:bodyPr/>
        <a:lstStyle/>
        <a:p>
          <a:endParaRPr lang="en-US"/>
        </a:p>
      </dgm:t>
    </dgm:pt>
    <dgm:pt modelId="{8CC10F4C-14C8-4300-9F92-9F51512EF4F2}" type="sibTrans" cxnId="{93AA48BD-7B01-4AEC-94CF-2A470A9053AD}">
      <dgm:prSet/>
      <dgm:spPr/>
      <dgm:t>
        <a:bodyPr/>
        <a:lstStyle/>
        <a:p>
          <a:endParaRPr lang="en-US"/>
        </a:p>
      </dgm:t>
    </dgm:pt>
    <dgm:pt modelId="{56B63F6E-25B4-489F-8905-894AE456A040}">
      <dgm:prSet/>
      <dgm:spPr/>
      <dgm:t>
        <a:bodyPr/>
        <a:lstStyle/>
        <a:p>
          <a:r>
            <a:rPr lang="en-ID"/>
            <a:t>Mencocokkan aktivitas dengan basis data </a:t>
          </a:r>
          <a:r>
            <a:rPr lang="en-ID" i="1"/>
            <a:t>signature</a:t>
          </a:r>
          <a:r>
            <a:rPr lang="en-ID"/>
            <a:t> serangan yang sudah dikenal.</a:t>
          </a:r>
          <a:endParaRPr lang="en-US"/>
        </a:p>
      </dgm:t>
    </dgm:pt>
    <dgm:pt modelId="{AE625CA3-3706-4FEE-B3F4-834EF020953E}" type="parTrans" cxnId="{AC296821-D9B7-4706-BF19-2D6622562A72}">
      <dgm:prSet/>
      <dgm:spPr/>
      <dgm:t>
        <a:bodyPr/>
        <a:lstStyle/>
        <a:p>
          <a:endParaRPr lang="en-US"/>
        </a:p>
      </dgm:t>
    </dgm:pt>
    <dgm:pt modelId="{A2C6CFAB-11FE-4DE3-856A-9F09C369D9BF}" type="sibTrans" cxnId="{AC296821-D9B7-4706-BF19-2D6622562A72}">
      <dgm:prSet/>
      <dgm:spPr/>
      <dgm:t>
        <a:bodyPr/>
        <a:lstStyle/>
        <a:p>
          <a:endParaRPr lang="en-US"/>
        </a:p>
      </dgm:t>
    </dgm:pt>
    <dgm:pt modelId="{57732924-AF50-4043-8BD9-8209EF8B5B72}">
      <dgm:prSet/>
      <dgm:spPr/>
      <dgm:t>
        <a:bodyPr/>
        <a:lstStyle/>
        <a:p>
          <a:r>
            <a:rPr lang="en-ID" b="1"/>
            <a:t>Kelemahan:</a:t>
          </a:r>
          <a:r>
            <a:rPr lang="en-ID"/>
            <a:t> Tidak bisa mendeteksi serangan baru (zero-day) atau serangan yang telah dimodifikasi.</a:t>
          </a:r>
          <a:endParaRPr lang="en-US"/>
        </a:p>
      </dgm:t>
    </dgm:pt>
    <dgm:pt modelId="{FE896FB3-2C73-4CD3-9BC5-F41A2DD61FE2}" type="parTrans" cxnId="{E040DB6E-21B7-4BC4-90D1-0B10C9B2676F}">
      <dgm:prSet/>
      <dgm:spPr/>
      <dgm:t>
        <a:bodyPr/>
        <a:lstStyle/>
        <a:p>
          <a:endParaRPr lang="en-US"/>
        </a:p>
      </dgm:t>
    </dgm:pt>
    <dgm:pt modelId="{81354661-7024-421A-9963-1AB5710C9EAB}" type="sibTrans" cxnId="{E040DB6E-21B7-4BC4-90D1-0B10C9B2676F}">
      <dgm:prSet/>
      <dgm:spPr/>
      <dgm:t>
        <a:bodyPr/>
        <a:lstStyle/>
        <a:p>
          <a:endParaRPr lang="en-US"/>
        </a:p>
      </dgm:t>
    </dgm:pt>
    <dgm:pt modelId="{E4BB0878-F556-4E82-A676-7195A11162D5}">
      <dgm:prSet/>
      <dgm:spPr/>
      <dgm:t>
        <a:bodyPr/>
        <a:lstStyle/>
        <a:p>
          <a:pPr>
            <a:defRPr b="1"/>
          </a:pPr>
          <a:r>
            <a:rPr lang="en-ID" b="1"/>
            <a:t>Anomaly-Based Detection:</a:t>
          </a:r>
          <a:endParaRPr lang="en-US"/>
        </a:p>
      </dgm:t>
    </dgm:pt>
    <dgm:pt modelId="{C34F91C6-76AD-4299-BFA5-F054888CFE05}" type="parTrans" cxnId="{121DC2B4-C2FD-4863-AA89-1B3AACC8165C}">
      <dgm:prSet/>
      <dgm:spPr/>
      <dgm:t>
        <a:bodyPr/>
        <a:lstStyle/>
        <a:p>
          <a:endParaRPr lang="en-US"/>
        </a:p>
      </dgm:t>
    </dgm:pt>
    <dgm:pt modelId="{F1073A0D-B8C5-4A10-8470-8E6592184B8F}" type="sibTrans" cxnId="{121DC2B4-C2FD-4863-AA89-1B3AACC8165C}">
      <dgm:prSet/>
      <dgm:spPr/>
      <dgm:t>
        <a:bodyPr/>
        <a:lstStyle/>
        <a:p>
          <a:endParaRPr lang="en-US"/>
        </a:p>
      </dgm:t>
    </dgm:pt>
    <dgm:pt modelId="{6965071B-839B-455E-B0FA-1CBB6E1E2725}">
      <dgm:prSet/>
      <dgm:spPr/>
      <dgm:t>
        <a:bodyPr/>
        <a:lstStyle/>
        <a:p>
          <a:r>
            <a:rPr lang="en-ID"/>
            <a:t>Mempelajari perilaku "normal" sistem dan memperingatkan saat ada penyimpangan.</a:t>
          </a:r>
          <a:endParaRPr lang="en-US"/>
        </a:p>
      </dgm:t>
    </dgm:pt>
    <dgm:pt modelId="{A811BB85-410B-40E7-8039-663394C6A8E2}" type="parTrans" cxnId="{88260FD9-C7F2-4F82-8A86-A0D6F94A8D42}">
      <dgm:prSet/>
      <dgm:spPr/>
      <dgm:t>
        <a:bodyPr/>
        <a:lstStyle/>
        <a:p>
          <a:endParaRPr lang="en-US"/>
        </a:p>
      </dgm:t>
    </dgm:pt>
    <dgm:pt modelId="{7FBF32A1-CA9B-4A8E-A8BC-244D89DBEBE7}" type="sibTrans" cxnId="{88260FD9-C7F2-4F82-8A86-A0D6F94A8D42}">
      <dgm:prSet/>
      <dgm:spPr/>
      <dgm:t>
        <a:bodyPr/>
        <a:lstStyle/>
        <a:p>
          <a:endParaRPr lang="en-US"/>
        </a:p>
      </dgm:t>
    </dgm:pt>
    <dgm:pt modelId="{F13B7371-3FAC-490F-A8C4-35B252D5A52C}">
      <dgm:prSet/>
      <dgm:spPr/>
      <dgm:t>
        <a:bodyPr/>
        <a:lstStyle/>
        <a:p>
          <a:r>
            <a:rPr lang="en-ID" b="1"/>
            <a:t>Kelemahan:</a:t>
          </a:r>
          <a:r>
            <a:rPr lang="en-ID"/>
            <a:t> Bisa menghasilkan banyak </a:t>
          </a:r>
          <a:r>
            <a:rPr lang="en-ID" i="1"/>
            <a:t>false positive</a:t>
          </a:r>
          <a:r>
            <a:rPr lang="en-ID"/>
            <a:t> (alarm palsu).</a:t>
          </a:r>
          <a:endParaRPr lang="en-US"/>
        </a:p>
      </dgm:t>
    </dgm:pt>
    <dgm:pt modelId="{CAD4BFDD-F62F-48CD-87A9-4AA7D4227623}" type="parTrans" cxnId="{01E04F50-AB08-4170-856C-B8CC07A4A5AE}">
      <dgm:prSet/>
      <dgm:spPr/>
      <dgm:t>
        <a:bodyPr/>
        <a:lstStyle/>
        <a:p>
          <a:endParaRPr lang="en-US"/>
        </a:p>
      </dgm:t>
    </dgm:pt>
    <dgm:pt modelId="{0243D1C8-0625-4A5D-BC04-A9596857D8D5}" type="sibTrans" cxnId="{01E04F50-AB08-4170-856C-B8CC07A4A5AE}">
      <dgm:prSet/>
      <dgm:spPr/>
      <dgm:t>
        <a:bodyPr/>
        <a:lstStyle/>
        <a:p>
          <a:endParaRPr lang="en-US"/>
        </a:p>
      </dgm:t>
    </dgm:pt>
    <dgm:pt modelId="{0F947314-B8A1-4F0D-8CC4-0F43CD336EB6}">
      <dgm:prSet/>
      <dgm:spPr/>
      <dgm:t>
        <a:bodyPr/>
        <a:lstStyle/>
        <a:p>
          <a:pPr>
            <a:defRPr b="1"/>
          </a:pPr>
          <a:r>
            <a:rPr lang="en-ID" b="1"/>
            <a:t>Sumber Data:</a:t>
          </a:r>
          <a:r>
            <a:rPr lang="en-ID"/>
            <a:t> Log Windows, Log Aplikasi, Network Traffic, Process Creation (misalnya dengan Sysmon).</a:t>
          </a:r>
          <a:endParaRPr lang="en-US"/>
        </a:p>
      </dgm:t>
    </dgm:pt>
    <dgm:pt modelId="{9CA660BB-3847-43F5-BDDA-39609877F0C3}" type="parTrans" cxnId="{10E7A879-41E9-4543-90F7-4845A5FE54B7}">
      <dgm:prSet/>
      <dgm:spPr/>
      <dgm:t>
        <a:bodyPr/>
        <a:lstStyle/>
        <a:p>
          <a:endParaRPr lang="en-US"/>
        </a:p>
      </dgm:t>
    </dgm:pt>
    <dgm:pt modelId="{A0D06E8C-96B2-48A3-AA04-58588B4A10A4}" type="sibTrans" cxnId="{10E7A879-41E9-4543-90F7-4845A5FE54B7}">
      <dgm:prSet/>
      <dgm:spPr/>
      <dgm:t>
        <a:bodyPr/>
        <a:lstStyle/>
        <a:p>
          <a:endParaRPr lang="en-US"/>
        </a:p>
      </dgm:t>
    </dgm:pt>
    <dgm:pt modelId="{AF4F1AEB-7DE2-4812-BE6E-114A9E8EA873}" type="pres">
      <dgm:prSet presAssocID="{3040A974-2425-4EA3-81EB-E2E8C739060A}" presName="root" presStyleCnt="0">
        <dgm:presLayoutVars>
          <dgm:dir/>
          <dgm:resizeHandles val="exact"/>
        </dgm:presLayoutVars>
      </dgm:prSet>
      <dgm:spPr/>
    </dgm:pt>
    <dgm:pt modelId="{C073E7A4-B948-47C6-ADD0-8B04B8DFE1FE}" type="pres">
      <dgm:prSet presAssocID="{5C16B1C5-22ED-4E8B-8FE6-E669D5BD1C9D}" presName="compNode" presStyleCnt="0"/>
      <dgm:spPr/>
    </dgm:pt>
    <dgm:pt modelId="{14CE046F-7034-489B-97B6-E37FF419AA74}" type="pres">
      <dgm:prSet presAssocID="{5C16B1C5-22ED-4E8B-8FE6-E669D5BD1C9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31EEBE0C-A145-4C78-82F9-2A9F5B55029C}" type="pres">
      <dgm:prSet presAssocID="{5C16B1C5-22ED-4E8B-8FE6-E669D5BD1C9D}" presName="iconSpace" presStyleCnt="0"/>
      <dgm:spPr/>
    </dgm:pt>
    <dgm:pt modelId="{636952E3-8139-4BA2-8E66-1E41FF5F2609}" type="pres">
      <dgm:prSet presAssocID="{5C16B1C5-22ED-4E8B-8FE6-E669D5BD1C9D}" presName="parTx" presStyleLbl="revTx" presStyleIdx="0" presStyleCnt="6">
        <dgm:presLayoutVars>
          <dgm:chMax val="0"/>
          <dgm:chPref val="0"/>
        </dgm:presLayoutVars>
      </dgm:prSet>
      <dgm:spPr/>
    </dgm:pt>
    <dgm:pt modelId="{B1DA88E2-7A43-445F-96E6-74B57EA86E20}" type="pres">
      <dgm:prSet presAssocID="{5C16B1C5-22ED-4E8B-8FE6-E669D5BD1C9D}" presName="txSpace" presStyleCnt="0"/>
      <dgm:spPr/>
    </dgm:pt>
    <dgm:pt modelId="{4796B14B-649F-41ED-A996-0D68248FFB0A}" type="pres">
      <dgm:prSet presAssocID="{5C16B1C5-22ED-4E8B-8FE6-E669D5BD1C9D}" presName="desTx" presStyleLbl="revTx" presStyleIdx="1" presStyleCnt="6">
        <dgm:presLayoutVars/>
      </dgm:prSet>
      <dgm:spPr/>
    </dgm:pt>
    <dgm:pt modelId="{496CF7E2-A599-4A84-8122-3C9025659BB8}" type="pres">
      <dgm:prSet presAssocID="{8CC10F4C-14C8-4300-9F92-9F51512EF4F2}" presName="sibTrans" presStyleCnt="0"/>
      <dgm:spPr/>
    </dgm:pt>
    <dgm:pt modelId="{E358E06C-26E1-4B26-AFDF-2F38FACCF197}" type="pres">
      <dgm:prSet presAssocID="{E4BB0878-F556-4E82-A676-7195A11162D5}" presName="compNode" presStyleCnt="0"/>
      <dgm:spPr/>
    </dgm:pt>
    <dgm:pt modelId="{5A08B3C7-3D8C-4CF3-9518-B7B4B0468E44}" type="pres">
      <dgm:prSet presAssocID="{E4BB0878-F556-4E82-A676-7195A11162D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C9F17345-2ECF-46E2-93B8-C93C534D200B}" type="pres">
      <dgm:prSet presAssocID="{E4BB0878-F556-4E82-A676-7195A11162D5}" presName="iconSpace" presStyleCnt="0"/>
      <dgm:spPr/>
    </dgm:pt>
    <dgm:pt modelId="{E03BAC7F-8681-4037-85C2-A6DDA2A8026F}" type="pres">
      <dgm:prSet presAssocID="{E4BB0878-F556-4E82-A676-7195A11162D5}" presName="parTx" presStyleLbl="revTx" presStyleIdx="2" presStyleCnt="6">
        <dgm:presLayoutVars>
          <dgm:chMax val="0"/>
          <dgm:chPref val="0"/>
        </dgm:presLayoutVars>
      </dgm:prSet>
      <dgm:spPr/>
    </dgm:pt>
    <dgm:pt modelId="{A2C55035-D321-4CB7-B420-A28DB81471C1}" type="pres">
      <dgm:prSet presAssocID="{E4BB0878-F556-4E82-A676-7195A11162D5}" presName="txSpace" presStyleCnt="0"/>
      <dgm:spPr/>
    </dgm:pt>
    <dgm:pt modelId="{4F235BAA-27F4-4787-8875-7670CCD2C0F3}" type="pres">
      <dgm:prSet presAssocID="{E4BB0878-F556-4E82-A676-7195A11162D5}" presName="desTx" presStyleLbl="revTx" presStyleIdx="3" presStyleCnt="6">
        <dgm:presLayoutVars/>
      </dgm:prSet>
      <dgm:spPr/>
    </dgm:pt>
    <dgm:pt modelId="{15FAD82A-BA0E-4329-9CE7-E2BE833D37D8}" type="pres">
      <dgm:prSet presAssocID="{F1073A0D-B8C5-4A10-8470-8E6592184B8F}" presName="sibTrans" presStyleCnt="0"/>
      <dgm:spPr/>
    </dgm:pt>
    <dgm:pt modelId="{FD5C5E38-4FDC-4030-B953-ED6A42A6EE5C}" type="pres">
      <dgm:prSet presAssocID="{0F947314-B8A1-4F0D-8CC4-0F43CD336EB6}" presName="compNode" presStyleCnt="0"/>
      <dgm:spPr/>
    </dgm:pt>
    <dgm:pt modelId="{4F773D29-89A5-438B-AA87-9C4362FA3356}" type="pres">
      <dgm:prSet presAssocID="{0F947314-B8A1-4F0D-8CC4-0F43CD336EB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C5C8BC5-C98C-45AF-89A3-72984E9DD10C}" type="pres">
      <dgm:prSet presAssocID="{0F947314-B8A1-4F0D-8CC4-0F43CD336EB6}" presName="iconSpace" presStyleCnt="0"/>
      <dgm:spPr/>
    </dgm:pt>
    <dgm:pt modelId="{F557F728-1046-4589-98F2-ED962B4F8916}" type="pres">
      <dgm:prSet presAssocID="{0F947314-B8A1-4F0D-8CC4-0F43CD336EB6}" presName="parTx" presStyleLbl="revTx" presStyleIdx="4" presStyleCnt="6">
        <dgm:presLayoutVars>
          <dgm:chMax val="0"/>
          <dgm:chPref val="0"/>
        </dgm:presLayoutVars>
      </dgm:prSet>
      <dgm:spPr/>
    </dgm:pt>
    <dgm:pt modelId="{9DFFF796-8030-426B-997E-4C2C38122C14}" type="pres">
      <dgm:prSet presAssocID="{0F947314-B8A1-4F0D-8CC4-0F43CD336EB6}" presName="txSpace" presStyleCnt="0"/>
      <dgm:spPr/>
    </dgm:pt>
    <dgm:pt modelId="{CA3EA5A3-9C51-48DC-BD9B-52F71BFED4C0}" type="pres">
      <dgm:prSet presAssocID="{0F947314-B8A1-4F0D-8CC4-0F43CD336EB6}" presName="desTx" presStyleLbl="revTx" presStyleIdx="5" presStyleCnt="6">
        <dgm:presLayoutVars/>
      </dgm:prSet>
      <dgm:spPr/>
    </dgm:pt>
  </dgm:ptLst>
  <dgm:cxnLst>
    <dgm:cxn modelId="{AADCE507-1791-4D26-A22E-4D52F5C8C411}" type="presOf" srcId="{5C16B1C5-22ED-4E8B-8FE6-E669D5BD1C9D}" destId="{636952E3-8139-4BA2-8E66-1E41FF5F2609}" srcOrd="0" destOrd="0" presId="urn:microsoft.com/office/officeart/2018/5/layout/CenteredIconLabelDescriptionList"/>
    <dgm:cxn modelId="{AC296821-D9B7-4706-BF19-2D6622562A72}" srcId="{5C16B1C5-22ED-4E8B-8FE6-E669D5BD1C9D}" destId="{56B63F6E-25B4-489F-8905-894AE456A040}" srcOrd="0" destOrd="0" parTransId="{AE625CA3-3706-4FEE-B3F4-834EF020953E}" sibTransId="{A2C6CFAB-11FE-4DE3-856A-9F09C369D9BF}"/>
    <dgm:cxn modelId="{D3A7AC32-E1D9-4D82-A0B8-F0F898F438F6}" type="presOf" srcId="{F13B7371-3FAC-490F-A8C4-35B252D5A52C}" destId="{4F235BAA-27F4-4787-8875-7670CCD2C0F3}" srcOrd="0" destOrd="1" presId="urn:microsoft.com/office/officeart/2018/5/layout/CenteredIconLabelDescriptionList"/>
    <dgm:cxn modelId="{D8E7C245-9DE9-43A8-B396-932134795600}" type="presOf" srcId="{6965071B-839B-455E-B0FA-1CBB6E1E2725}" destId="{4F235BAA-27F4-4787-8875-7670CCD2C0F3}" srcOrd="0" destOrd="0" presId="urn:microsoft.com/office/officeart/2018/5/layout/CenteredIconLabelDescriptionList"/>
    <dgm:cxn modelId="{853E5246-96C5-4C10-9A12-B5FC1D8C657C}" type="presOf" srcId="{E4BB0878-F556-4E82-A676-7195A11162D5}" destId="{E03BAC7F-8681-4037-85C2-A6DDA2A8026F}" srcOrd="0" destOrd="0" presId="urn:microsoft.com/office/officeart/2018/5/layout/CenteredIconLabelDescriptionList"/>
    <dgm:cxn modelId="{E040DB6E-21B7-4BC4-90D1-0B10C9B2676F}" srcId="{5C16B1C5-22ED-4E8B-8FE6-E669D5BD1C9D}" destId="{57732924-AF50-4043-8BD9-8209EF8B5B72}" srcOrd="1" destOrd="0" parTransId="{FE896FB3-2C73-4CD3-9BC5-F41A2DD61FE2}" sibTransId="{81354661-7024-421A-9963-1AB5710C9EAB}"/>
    <dgm:cxn modelId="{01E04F50-AB08-4170-856C-B8CC07A4A5AE}" srcId="{E4BB0878-F556-4E82-A676-7195A11162D5}" destId="{F13B7371-3FAC-490F-A8C4-35B252D5A52C}" srcOrd="1" destOrd="0" parTransId="{CAD4BFDD-F62F-48CD-87A9-4AA7D4227623}" sibTransId="{0243D1C8-0625-4A5D-BC04-A9596857D8D5}"/>
    <dgm:cxn modelId="{5A73BD52-8BD2-47B2-B57A-382370485C93}" type="presOf" srcId="{0F947314-B8A1-4F0D-8CC4-0F43CD336EB6}" destId="{F557F728-1046-4589-98F2-ED962B4F8916}" srcOrd="0" destOrd="0" presId="urn:microsoft.com/office/officeart/2018/5/layout/CenteredIconLabelDescriptionList"/>
    <dgm:cxn modelId="{44238157-D1CB-4C35-9833-4B1430AE3297}" type="presOf" srcId="{57732924-AF50-4043-8BD9-8209EF8B5B72}" destId="{4796B14B-649F-41ED-A996-0D68248FFB0A}" srcOrd="0" destOrd="1" presId="urn:microsoft.com/office/officeart/2018/5/layout/CenteredIconLabelDescriptionList"/>
    <dgm:cxn modelId="{10E7A879-41E9-4543-90F7-4845A5FE54B7}" srcId="{3040A974-2425-4EA3-81EB-E2E8C739060A}" destId="{0F947314-B8A1-4F0D-8CC4-0F43CD336EB6}" srcOrd="2" destOrd="0" parTransId="{9CA660BB-3847-43F5-BDDA-39609877F0C3}" sibTransId="{A0D06E8C-96B2-48A3-AA04-58588B4A10A4}"/>
    <dgm:cxn modelId="{121DC2B4-C2FD-4863-AA89-1B3AACC8165C}" srcId="{3040A974-2425-4EA3-81EB-E2E8C739060A}" destId="{E4BB0878-F556-4E82-A676-7195A11162D5}" srcOrd="1" destOrd="0" parTransId="{C34F91C6-76AD-4299-BFA5-F054888CFE05}" sibTransId="{F1073A0D-B8C5-4A10-8470-8E6592184B8F}"/>
    <dgm:cxn modelId="{93AA48BD-7B01-4AEC-94CF-2A470A9053AD}" srcId="{3040A974-2425-4EA3-81EB-E2E8C739060A}" destId="{5C16B1C5-22ED-4E8B-8FE6-E669D5BD1C9D}" srcOrd="0" destOrd="0" parTransId="{76990C0B-599C-48CC-833C-DE10D6CEC768}" sibTransId="{8CC10F4C-14C8-4300-9F92-9F51512EF4F2}"/>
    <dgm:cxn modelId="{5F5D0CC0-0642-49EC-B32C-94F2A4C34F8E}" type="presOf" srcId="{56B63F6E-25B4-489F-8905-894AE456A040}" destId="{4796B14B-649F-41ED-A996-0D68248FFB0A}" srcOrd="0" destOrd="0" presId="urn:microsoft.com/office/officeart/2018/5/layout/CenteredIconLabelDescriptionList"/>
    <dgm:cxn modelId="{88260FD9-C7F2-4F82-8A86-A0D6F94A8D42}" srcId="{E4BB0878-F556-4E82-A676-7195A11162D5}" destId="{6965071B-839B-455E-B0FA-1CBB6E1E2725}" srcOrd="0" destOrd="0" parTransId="{A811BB85-410B-40E7-8039-663394C6A8E2}" sibTransId="{7FBF32A1-CA9B-4A8E-A8BC-244D89DBEBE7}"/>
    <dgm:cxn modelId="{6E6504F9-C65D-4D46-BDCE-4C9790B74DA4}" type="presOf" srcId="{3040A974-2425-4EA3-81EB-E2E8C739060A}" destId="{AF4F1AEB-7DE2-4812-BE6E-114A9E8EA873}" srcOrd="0" destOrd="0" presId="urn:microsoft.com/office/officeart/2018/5/layout/CenteredIconLabelDescriptionList"/>
    <dgm:cxn modelId="{A0873A59-C094-4ED0-9015-607B472FA383}" type="presParOf" srcId="{AF4F1AEB-7DE2-4812-BE6E-114A9E8EA873}" destId="{C073E7A4-B948-47C6-ADD0-8B04B8DFE1FE}" srcOrd="0" destOrd="0" presId="urn:microsoft.com/office/officeart/2018/5/layout/CenteredIconLabelDescriptionList"/>
    <dgm:cxn modelId="{BAD70754-E9D5-44BC-ACA9-34B1F76428D8}" type="presParOf" srcId="{C073E7A4-B948-47C6-ADD0-8B04B8DFE1FE}" destId="{14CE046F-7034-489B-97B6-E37FF419AA74}" srcOrd="0" destOrd="0" presId="urn:microsoft.com/office/officeart/2018/5/layout/CenteredIconLabelDescriptionList"/>
    <dgm:cxn modelId="{C1E0887C-CD62-46BE-B9B9-EFE92DF0A572}" type="presParOf" srcId="{C073E7A4-B948-47C6-ADD0-8B04B8DFE1FE}" destId="{31EEBE0C-A145-4C78-82F9-2A9F5B55029C}" srcOrd="1" destOrd="0" presId="urn:microsoft.com/office/officeart/2018/5/layout/CenteredIconLabelDescriptionList"/>
    <dgm:cxn modelId="{FCE9CB91-F32B-4A7D-9BC9-558EFEEB4086}" type="presParOf" srcId="{C073E7A4-B948-47C6-ADD0-8B04B8DFE1FE}" destId="{636952E3-8139-4BA2-8E66-1E41FF5F2609}" srcOrd="2" destOrd="0" presId="urn:microsoft.com/office/officeart/2018/5/layout/CenteredIconLabelDescriptionList"/>
    <dgm:cxn modelId="{41A12B6C-B1B5-4F4B-AFFF-87C11F039C22}" type="presParOf" srcId="{C073E7A4-B948-47C6-ADD0-8B04B8DFE1FE}" destId="{B1DA88E2-7A43-445F-96E6-74B57EA86E20}" srcOrd="3" destOrd="0" presId="urn:microsoft.com/office/officeart/2018/5/layout/CenteredIconLabelDescriptionList"/>
    <dgm:cxn modelId="{2E6880F2-397F-4DC1-BB64-0AB62E731E50}" type="presParOf" srcId="{C073E7A4-B948-47C6-ADD0-8B04B8DFE1FE}" destId="{4796B14B-649F-41ED-A996-0D68248FFB0A}" srcOrd="4" destOrd="0" presId="urn:microsoft.com/office/officeart/2018/5/layout/CenteredIconLabelDescriptionList"/>
    <dgm:cxn modelId="{70817E9B-8492-4DEC-B889-8923E7ED180A}" type="presParOf" srcId="{AF4F1AEB-7DE2-4812-BE6E-114A9E8EA873}" destId="{496CF7E2-A599-4A84-8122-3C9025659BB8}" srcOrd="1" destOrd="0" presId="urn:microsoft.com/office/officeart/2018/5/layout/CenteredIconLabelDescriptionList"/>
    <dgm:cxn modelId="{22DAF3BA-97E4-4E79-9B7C-D7C057FA3BEE}" type="presParOf" srcId="{AF4F1AEB-7DE2-4812-BE6E-114A9E8EA873}" destId="{E358E06C-26E1-4B26-AFDF-2F38FACCF197}" srcOrd="2" destOrd="0" presId="urn:microsoft.com/office/officeart/2018/5/layout/CenteredIconLabelDescriptionList"/>
    <dgm:cxn modelId="{F7E9D5A7-5FF6-47D3-9414-C88BD51422C4}" type="presParOf" srcId="{E358E06C-26E1-4B26-AFDF-2F38FACCF197}" destId="{5A08B3C7-3D8C-4CF3-9518-B7B4B0468E44}" srcOrd="0" destOrd="0" presId="urn:microsoft.com/office/officeart/2018/5/layout/CenteredIconLabelDescriptionList"/>
    <dgm:cxn modelId="{BAABB651-838F-47A5-B3CD-EF61CBD2ED3C}" type="presParOf" srcId="{E358E06C-26E1-4B26-AFDF-2F38FACCF197}" destId="{C9F17345-2ECF-46E2-93B8-C93C534D200B}" srcOrd="1" destOrd="0" presId="urn:microsoft.com/office/officeart/2018/5/layout/CenteredIconLabelDescriptionList"/>
    <dgm:cxn modelId="{6CAFAEE3-19EA-4B8A-9EA0-2D80666B9878}" type="presParOf" srcId="{E358E06C-26E1-4B26-AFDF-2F38FACCF197}" destId="{E03BAC7F-8681-4037-85C2-A6DDA2A8026F}" srcOrd="2" destOrd="0" presId="urn:microsoft.com/office/officeart/2018/5/layout/CenteredIconLabelDescriptionList"/>
    <dgm:cxn modelId="{E3AE5B1E-804D-4625-9D0D-8EBD7A28B38F}" type="presParOf" srcId="{E358E06C-26E1-4B26-AFDF-2F38FACCF197}" destId="{A2C55035-D321-4CB7-B420-A28DB81471C1}" srcOrd="3" destOrd="0" presId="urn:microsoft.com/office/officeart/2018/5/layout/CenteredIconLabelDescriptionList"/>
    <dgm:cxn modelId="{6CAEB140-9C71-4C3E-80CB-59443B98A256}" type="presParOf" srcId="{E358E06C-26E1-4B26-AFDF-2F38FACCF197}" destId="{4F235BAA-27F4-4787-8875-7670CCD2C0F3}" srcOrd="4" destOrd="0" presId="urn:microsoft.com/office/officeart/2018/5/layout/CenteredIconLabelDescriptionList"/>
    <dgm:cxn modelId="{45426036-49F2-46E8-A36C-8D17C291F1F9}" type="presParOf" srcId="{AF4F1AEB-7DE2-4812-BE6E-114A9E8EA873}" destId="{15FAD82A-BA0E-4329-9CE7-E2BE833D37D8}" srcOrd="3" destOrd="0" presId="urn:microsoft.com/office/officeart/2018/5/layout/CenteredIconLabelDescriptionList"/>
    <dgm:cxn modelId="{5B4B2508-93E4-498C-9470-AE036FC5AD55}" type="presParOf" srcId="{AF4F1AEB-7DE2-4812-BE6E-114A9E8EA873}" destId="{FD5C5E38-4FDC-4030-B953-ED6A42A6EE5C}" srcOrd="4" destOrd="0" presId="urn:microsoft.com/office/officeart/2018/5/layout/CenteredIconLabelDescriptionList"/>
    <dgm:cxn modelId="{C8ACD721-5A26-4176-997D-4292002A9C48}" type="presParOf" srcId="{FD5C5E38-4FDC-4030-B953-ED6A42A6EE5C}" destId="{4F773D29-89A5-438B-AA87-9C4362FA3356}" srcOrd="0" destOrd="0" presId="urn:microsoft.com/office/officeart/2018/5/layout/CenteredIconLabelDescriptionList"/>
    <dgm:cxn modelId="{4454E713-ED90-4A0F-B54C-BEB15E38CFE8}" type="presParOf" srcId="{FD5C5E38-4FDC-4030-B953-ED6A42A6EE5C}" destId="{AC5C8BC5-C98C-45AF-89A3-72984E9DD10C}" srcOrd="1" destOrd="0" presId="urn:microsoft.com/office/officeart/2018/5/layout/CenteredIconLabelDescriptionList"/>
    <dgm:cxn modelId="{FB1A2B72-D94D-4037-9856-BB065BB4D490}" type="presParOf" srcId="{FD5C5E38-4FDC-4030-B953-ED6A42A6EE5C}" destId="{F557F728-1046-4589-98F2-ED962B4F8916}" srcOrd="2" destOrd="0" presId="urn:microsoft.com/office/officeart/2018/5/layout/CenteredIconLabelDescriptionList"/>
    <dgm:cxn modelId="{2AB3445E-B39F-4529-B673-57B8C337F263}" type="presParOf" srcId="{FD5C5E38-4FDC-4030-B953-ED6A42A6EE5C}" destId="{9DFFF796-8030-426B-997E-4C2C38122C14}" srcOrd="3" destOrd="0" presId="urn:microsoft.com/office/officeart/2018/5/layout/CenteredIconLabelDescriptionList"/>
    <dgm:cxn modelId="{01E09000-6AFD-4C57-93FE-5605F7CB4F2D}" type="presParOf" srcId="{FD5C5E38-4FDC-4030-B953-ED6A42A6EE5C}" destId="{CA3EA5A3-9C51-48DC-BD9B-52F71BFED4C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F0C6FB1-E47A-461C-B2CF-E63B86568F3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7724432-6E08-4361-8E53-C2259EDD92E3}">
      <dgm:prSet/>
      <dgm:spPr/>
      <dgm:t>
        <a:bodyPr/>
        <a:lstStyle/>
        <a:p>
          <a:r>
            <a:rPr lang="en-ID" b="1"/>
            <a:t>Skenario:</a:t>
          </a:r>
          <a:r>
            <a:rPr lang="en-ID"/>
            <a:t> Menjalankan perintah </a:t>
          </a:r>
          <a:r>
            <a:rPr lang="en-ID" i="1"/>
            <a:t>reverse shell</a:t>
          </a:r>
          <a:r>
            <a:rPr lang="en-ID"/>
            <a:t> via PowerShell.</a:t>
          </a:r>
          <a:endParaRPr lang="en-US"/>
        </a:p>
      </dgm:t>
    </dgm:pt>
    <dgm:pt modelId="{C778D68B-F21C-49B8-81E5-8005F1BEE28B}" type="parTrans" cxnId="{FB01C5FF-19C1-480F-93A7-650E6E1CAD9B}">
      <dgm:prSet/>
      <dgm:spPr/>
      <dgm:t>
        <a:bodyPr/>
        <a:lstStyle/>
        <a:p>
          <a:endParaRPr lang="en-US"/>
        </a:p>
      </dgm:t>
    </dgm:pt>
    <dgm:pt modelId="{C9D66B9A-32D1-45E0-B8F5-DD23B5D78B4E}" type="sibTrans" cxnId="{FB01C5FF-19C1-480F-93A7-650E6E1CAD9B}">
      <dgm:prSet/>
      <dgm:spPr/>
      <dgm:t>
        <a:bodyPr/>
        <a:lstStyle/>
        <a:p>
          <a:endParaRPr lang="en-US"/>
        </a:p>
      </dgm:t>
    </dgm:pt>
    <dgm:pt modelId="{80818CBC-DC6C-4E67-96F1-35439366884A}">
      <dgm:prSet/>
      <dgm:spPr/>
      <dgm:t>
        <a:bodyPr/>
        <a:lstStyle/>
        <a:p>
          <a:r>
            <a:rPr lang="en-ID" b="1"/>
            <a:t>Langkah 1:</a:t>
          </a:r>
          <a:r>
            <a:rPr lang="en-ID"/>
            <a:t> Jalankan perintah dalam bentuk aslinya. Tunjukkan bagaimana aturan sederhana di Sysmon/IDS akan mendeteksinya.</a:t>
          </a:r>
          <a:endParaRPr lang="en-US"/>
        </a:p>
      </dgm:t>
    </dgm:pt>
    <dgm:pt modelId="{E331C0B9-76E5-4E6C-B1DD-0A214D645471}" type="parTrans" cxnId="{E918CF88-7892-49DC-9878-C79E439D5745}">
      <dgm:prSet/>
      <dgm:spPr/>
      <dgm:t>
        <a:bodyPr/>
        <a:lstStyle/>
        <a:p>
          <a:endParaRPr lang="en-US"/>
        </a:p>
      </dgm:t>
    </dgm:pt>
    <dgm:pt modelId="{F6589991-4618-4A06-AC3B-D82F498C11F0}" type="sibTrans" cxnId="{E918CF88-7892-49DC-9878-C79E439D5745}">
      <dgm:prSet/>
      <dgm:spPr/>
      <dgm:t>
        <a:bodyPr/>
        <a:lstStyle/>
        <a:p>
          <a:endParaRPr lang="en-US"/>
        </a:p>
      </dgm:t>
    </dgm:pt>
    <dgm:pt modelId="{57501FF5-37AF-47E4-904F-F41E7BC3709C}">
      <dgm:prSet/>
      <dgm:spPr/>
      <dgm:t>
        <a:bodyPr/>
        <a:lstStyle/>
        <a:p>
          <a:r>
            <a:rPr lang="en-ID" b="1"/>
            <a:t>Langkah 2:</a:t>
          </a:r>
          <a:r>
            <a:rPr lang="en-ID"/>
            <a:t> Gunakan teknik obfuscation (misalnya dengan </a:t>
          </a:r>
          <a:r>
            <a:rPr lang="en-ID" b="1"/>
            <a:t>Invoke-Obfuscation</a:t>
          </a:r>
          <a:r>
            <a:rPr lang="en-ID"/>
            <a:t> atau encoding sederhana) untuk menyamarkan perintah yang sama.</a:t>
          </a:r>
          <a:endParaRPr lang="en-US"/>
        </a:p>
      </dgm:t>
    </dgm:pt>
    <dgm:pt modelId="{A2E1F40C-80D9-4610-BF5B-9BBFF5B98D11}" type="parTrans" cxnId="{6FE47527-57B7-416F-99A7-816DDE4E3E1D}">
      <dgm:prSet/>
      <dgm:spPr/>
      <dgm:t>
        <a:bodyPr/>
        <a:lstStyle/>
        <a:p>
          <a:endParaRPr lang="en-US"/>
        </a:p>
      </dgm:t>
    </dgm:pt>
    <dgm:pt modelId="{6363AD77-E024-4B23-BE3B-B3116750D104}" type="sibTrans" cxnId="{6FE47527-57B7-416F-99A7-816DDE4E3E1D}">
      <dgm:prSet/>
      <dgm:spPr/>
      <dgm:t>
        <a:bodyPr/>
        <a:lstStyle/>
        <a:p>
          <a:endParaRPr lang="en-US"/>
        </a:p>
      </dgm:t>
    </dgm:pt>
    <dgm:pt modelId="{AFF46B0C-7070-471C-8D6B-2B644A03C928}">
      <dgm:prSet/>
      <dgm:spPr/>
      <dgm:t>
        <a:bodyPr/>
        <a:lstStyle/>
        <a:p>
          <a:r>
            <a:rPr lang="en-ID" b="1"/>
            <a:t>Hasil:</a:t>
          </a:r>
          <a:r>
            <a:rPr lang="en-ID"/>
            <a:t> Tunjukkan bahwa perintah yang sudah disamarkan berhasil dijalankan tanpa memicu alarm.</a:t>
          </a:r>
          <a:endParaRPr lang="en-US"/>
        </a:p>
      </dgm:t>
    </dgm:pt>
    <dgm:pt modelId="{3CC25C33-B4DB-4AF2-ACB4-AC64189F204A}" type="parTrans" cxnId="{803BD000-F1C7-44AE-B90E-D342DEF399B6}">
      <dgm:prSet/>
      <dgm:spPr/>
      <dgm:t>
        <a:bodyPr/>
        <a:lstStyle/>
        <a:p>
          <a:endParaRPr lang="en-US"/>
        </a:p>
      </dgm:t>
    </dgm:pt>
    <dgm:pt modelId="{2D5B3F16-42A6-4673-BEFE-9E31072F46ED}" type="sibTrans" cxnId="{803BD000-F1C7-44AE-B90E-D342DEF399B6}">
      <dgm:prSet/>
      <dgm:spPr/>
      <dgm:t>
        <a:bodyPr/>
        <a:lstStyle/>
        <a:p>
          <a:endParaRPr lang="en-US"/>
        </a:p>
      </dgm:t>
    </dgm:pt>
    <dgm:pt modelId="{EF51A41E-DC31-4862-80EC-A9285CA33436}" type="pres">
      <dgm:prSet presAssocID="{2F0C6FB1-E47A-461C-B2CF-E63B86568F34}" presName="root" presStyleCnt="0">
        <dgm:presLayoutVars>
          <dgm:dir/>
          <dgm:resizeHandles val="exact"/>
        </dgm:presLayoutVars>
      </dgm:prSet>
      <dgm:spPr/>
    </dgm:pt>
    <dgm:pt modelId="{3B5C0343-FC57-4F61-A7E3-02E1BF15180A}" type="pres">
      <dgm:prSet presAssocID="{37724432-6E08-4361-8E53-C2259EDD92E3}" presName="compNode" presStyleCnt="0"/>
      <dgm:spPr/>
    </dgm:pt>
    <dgm:pt modelId="{8E6C1786-4995-40C2-80D3-007C6FEEEFBB}" type="pres">
      <dgm:prSet presAssocID="{37724432-6E08-4361-8E53-C2259EDD92E3}" presName="bgRect" presStyleLbl="bgShp" presStyleIdx="0" presStyleCnt="4"/>
      <dgm:spPr/>
    </dgm:pt>
    <dgm:pt modelId="{E5663B06-C0CC-4B33-A739-9ED1FAD9493C}" type="pres">
      <dgm:prSet presAssocID="{37724432-6E08-4361-8E53-C2259EDD92E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ell"/>
        </a:ext>
      </dgm:extLst>
    </dgm:pt>
    <dgm:pt modelId="{FA169B1B-96CA-4546-BB57-4A8AE4AD5A04}" type="pres">
      <dgm:prSet presAssocID="{37724432-6E08-4361-8E53-C2259EDD92E3}" presName="spaceRect" presStyleCnt="0"/>
      <dgm:spPr/>
    </dgm:pt>
    <dgm:pt modelId="{945B276A-5126-4BEF-A636-52BB90CBA4E1}" type="pres">
      <dgm:prSet presAssocID="{37724432-6E08-4361-8E53-C2259EDD92E3}" presName="parTx" presStyleLbl="revTx" presStyleIdx="0" presStyleCnt="4">
        <dgm:presLayoutVars>
          <dgm:chMax val="0"/>
          <dgm:chPref val="0"/>
        </dgm:presLayoutVars>
      </dgm:prSet>
      <dgm:spPr/>
    </dgm:pt>
    <dgm:pt modelId="{8F407680-BBA0-4B0C-AA68-305C9F22C55D}" type="pres">
      <dgm:prSet presAssocID="{C9D66B9A-32D1-45E0-B8F5-DD23B5D78B4E}" presName="sibTrans" presStyleCnt="0"/>
      <dgm:spPr/>
    </dgm:pt>
    <dgm:pt modelId="{9CEC9400-3170-431E-8FA1-44C9A786FD49}" type="pres">
      <dgm:prSet presAssocID="{80818CBC-DC6C-4E67-96F1-35439366884A}" presName="compNode" presStyleCnt="0"/>
      <dgm:spPr/>
    </dgm:pt>
    <dgm:pt modelId="{96D8C1CA-AA09-484C-865D-8C94F71A1E0E}" type="pres">
      <dgm:prSet presAssocID="{80818CBC-DC6C-4E67-96F1-35439366884A}" presName="bgRect" presStyleLbl="bgShp" presStyleIdx="1" presStyleCnt="4"/>
      <dgm:spPr/>
    </dgm:pt>
    <dgm:pt modelId="{69225D35-48F5-4034-9C0F-A2FECE97A29D}" type="pres">
      <dgm:prSet presAssocID="{80818CBC-DC6C-4E67-96F1-35439366884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1302B4-B1F1-4245-B755-E3FBDC9B183D}" type="pres">
      <dgm:prSet presAssocID="{80818CBC-DC6C-4E67-96F1-35439366884A}" presName="spaceRect" presStyleCnt="0"/>
      <dgm:spPr/>
    </dgm:pt>
    <dgm:pt modelId="{7E8E1A92-B6D5-4911-A718-3770BBB5FFF5}" type="pres">
      <dgm:prSet presAssocID="{80818CBC-DC6C-4E67-96F1-35439366884A}" presName="parTx" presStyleLbl="revTx" presStyleIdx="1" presStyleCnt="4">
        <dgm:presLayoutVars>
          <dgm:chMax val="0"/>
          <dgm:chPref val="0"/>
        </dgm:presLayoutVars>
      </dgm:prSet>
      <dgm:spPr/>
    </dgm:pt>
    <dgm:pt modelId="{F67B1C7E-DC5B-44DD-96BD-805F4747CB1A}" type="pres">
      <dgm:prSet presAssocID="{F6589991-4618-4A06-AC3B-D82F498C11F0}" presName="sibTrans" presStyleCnt="0"/>
      <dgm:spPr/>
    </dgm:pt>
    <dgm:pt modelId="{9FC47177-CCD0-4F60-B3BE-44691E0D4632}" type="pres">
      <dgm:prSet presAssocID="{57501FF5-37AF-47E4-904F-F41E7BC3709C}" presName="compNode" presStyleCnt="0"/>
      <dgm:spPr/>
    </dgm:pt>
    <dgm:pt modelId="{1421D6FD-E49D-430A-94D3-D8A079BD491A}" type="pres">
      <dgm:prSet presAssocID="{57501FF5-37AF-47E4-904F-F41E7BC3709C}" presName="bgRect" presStyleLbl="bgShp" presStyleIdx="2" presStyleCnt="4"/>
      <dgm:spPr/>
    </dgm:pt>
    <dgm:pt modelId="{6C18A0E3-C740-4E2D-A4FF-6685774D0E7C}" type="pres">
      <dgm:prSet presAssocID="{57501FF5-37AF-47E4-904F-F41E7BC3709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A61E9AF8-B913-467E-80F6-71967B8577E0}" type="pres">
      <dgm:prSet presAssocID="{57501FF5-37AF-47E4-904F-F41E7BC3709C}" presName="spaceRect" presStyleCnt="0"/>
      <dgm:spPr/>
    </dgm:pt>
    <dgm:pt modelId="{97478BFE-CFA0-49D7-A851-3AC8AD56EB99}" type="pres">
      <dgm:prSet presAssocID="{57501FF5-37AF-47E4-904F-F41E7BC3709C}" presName="parTx" presStyleLbl="revTx" presStyleIdx="2" presStyleCnt="4">
        <dgm:presLayoutVars>
          <dgm:chMax val="0"/>
          <dgm:chPref val="0"/>
        </dgm:presLayoutVars>
      </dgm:prSet>
      <dgm:spPr/>
    </dgm:pt>
    <dgm:pt modelId="{F6ED7BFF-B4B4-4D2B-B392-5E88270B27B5}" type="pres">
      <dgm:prSet presAssocID="{6363AD77-E024-4B23-BE3B-B3116750D104}" presName="sibTrans" presStyleCnt="0"/>
      <dgm:spPr/>
    </dgm:pt>
    <dgm:pt modelId="{C14AF663-88C4-4CAA-A1EE-35B45ED31BC9}" type="pres">
      <dgm:prSet presAssocID="{AFF46B0C-7070-471C-8D6B-2B644A03C928}" presName="compNode" presStyleCnt="0"/>
      <dgm:spPr/>
    </dgm:pt>
    <dgm:pt modelId="{D6BC155B-810C-40D9-9918-7FF91E61B9C6}" type="pres">
      <dgm:prSet presAssocID="{AFF46B0C-7070-471C-8D6B-2B644A03C928}" presName="bgRect" presStyleLbl="bgShp" presStyleIdx="3" presStyleCnt="4"/>
      <dgm:spPr/>
    </dgm:pt>
    <dgm:pt modelId="{F117ABC0-59EB-4EEE-B987-FC13271B0EF5}" type="pres">
      <dgm:prSet presAssocID="{AFF46B0C-7070-471C-8D6B-2B644A03C9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9F56426-FB2D-4F04-BA13-6873B7349242}" type="pres">
      <dgm:prSet presAssocID="{AFF46B0C-7070-471C-8D6B-2B644A03C928}" presName="spaceRect" presStyleCnt="0"/>
      <dgm:spPr/>
    </dgm:pt>
    <dgm:pt modelId="{1CCC70F1-A210-491A-814B-0A9A1A149F0B}" type="pres">
      <dgm:prSet presAssocID="{AFF46B0C-7070-471C-8D6B-2B644A03C92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03BD000-F1C7-44AE-B90E-D342DEF399B6}" srcId="{2F0C6FB1-E47A-461C-B2CF-E63B86568F34}" destId="{AFF46B0C-7070-471C-8D6B-2B644A03C928}" srcOrd="3" destOrd="0" parTransId="{3CC25C33-B4DB-4AF2-ACB4-AC64189F204A}" sibTransId="{2D5B3F16-42A6-4673-BEFE-9E31072F46ED}"/>
    <dgm:cxn modelId="{D2F39102-0C95-4986-B111-61A0960658FE}" type="presOf" srcId="{2F0C6FB1-E47A-461C-B2CF-E63B86568F34}" destId="{EF51A41E-DC31-4862-80EC-A9285CA33436}" srcOrd="0" destOrd="0" presId="urn:microsoft.com/office/officeart/2018/2/layout/IconVerticalSolidList"/>
    <dgm:cxn modelId="{266EE20C-4137-4B94-A6A7-B0DDE714FFA1}" type="presOf" srcId="{37724432-6E08-4361-8E53-C2259EDD92E3}" destId="{945B276A-5126-4BEF-A636-52BB90CBA4E1}" srcOrd="0" destOrd="0" presId="urn:microsoft.com/office/officeart/2018/2/layout/IconVerticalSolidList"/>
    <dgm:cxn modelId="{D51AD21E-FB81-4CCA-8861-77A81299008E}" type="presOf" srcId="{AFF46B0C-7070-471C-8D6B-2B644A03C928}" destId="{1CCC70F1-A210-491A-814B-0A9A1A149F0B}" srcOrd="0" destOrd="0" presId="urn:microsoft.com/office/officeart/2018/2/layout/IconVerticalSolidList"/>
    <dgm:cxn modelId="{6FE47527-57B7-416F-99A7-816DDE4E3E1D}" srcId="{2F0C6FB1-E47A-461C-B2CF-E63B86568F34}" destId="{57501FF5-37AF-47E4-904F-F41E7BC3709C}" srcOrd="2" destOrd="0" parTransId="{A2E1F40C-80D9-4610-BF5B-9BBFF5B98D11}" sibTransId="{6363AD77-E024-4B23-BE3B-B3116750D104}"/>
    <dgm:cxn modelId="{1C17F934-39BD-4018-95E3-E5C2F03DC7CE}" type="presOf" srcId="{80818CBC-DC6C-4E67-96F1-35439366884A}" destId="{7E8E1A92-B6D5-4911-A718-3770BBB5FFF5}" srcOrd="0" destOrd="0" presId="urn:microsoft.com/office/officeart/2018/2/layout/IconVerticalSolidList"/>
    <dgm:cxn modelId="{E918CF88-7892-49DC-9878-C79E439D5745}" srcId="{2F0C6FB1-E47A-461C-B2CF-E63B86568F34}" destId="{80818CBC-DC6C-4E67-96F1-35439366884A}" srcOrd="1" destOrd="0" parTransId="{E331C0B9-76E5-4E6C-B1DD-0A214D645471}" sibTransId="{F6589991-4618-4A06-AC3B-D82F498C11F0}"/>
    <dgm:cxn modelId="{529BC6E6-B871-4832-AB14-663A5352B290}" type="presOf" srcId="{57501FF5-37AF-47E4-904F-F41E7BC3709C}" destId="{97478BFE-CFA0-49D7-A851-3AC8AD56EB99}" srcOrd="0" destOrd="0" presId="urn:microsoft.com/office/officeart/2018/2/layout/IconVerticalSolidList"/>
    <dgm:cxn modelId="{FB01C5FF-19C1-480F-93A7-650E6E1CAD9B}" srcId="{2F0C6FB1-E47A-461C-B2CF-E63B86568F34}" destId="{37724432-6E08-4361-8E53-C2259EDD92E3}" srcOrd="0" destOrd="0" parTransId="{C778D68B-F21C-49B8-81E5-8005F1BEE28B}" sibTransId="{C9D66B9A-32D1-45E0-B8F5-DD23B5D78B4E}"/>
    <dgm:cxn modelId="{6CCFF418-D374-4B96-A736-24701D044AD1}" type="presParOf" srcId="{EF51A41E-DC31-4862-80EC-A9285CA33436}" destId="{3B5C0343-FC57-4F61-A7E3-02E1BF15180A}" srcOrd="0" destOrd="0" presId="urn:microsoft.com/office/officeart/2018/2/layout/IconVerticalSolidList"/>
    <dgm:cxn modelId="{36EBBEF1-A3A0-4510-B185-DAD1633227E7}" type="presParOf" srcId="{3B5C0343-FC57-4F61-A7E3-02E1BF15180A}" destId="{8E6C1786-4995-40C2-80D3-007C6FEEEFBB}" srcOrd="0" destOrd="0" presId="urn:microsoft.com/office/officeart/2018/2/layout/IconVerticalSolidList"/>
    <dgm:cxn modelId="{D650A4E8-23FB-4FB4-97FD-E1E27931F7BA}" type="presParOf" srcId="{3B5C0343-FC57-4F61-A7E3-02E1BF15180A}" destId="{E5663B06-C0CC-4B33-A739-9ED1FAD9493C}" srcOrd="1" destOrd="0" presId="urn:microsoft.com/office/officeart/2018/2/layout/IconVerticalSolidList"/>
    <dgm:cxn modelId="{BDFA398D-BD14-4F47-A6DB-F64FE53CD41E}" type="presParOf" srcId="{3B5C0343-FC57-4F61-A7E3-02E1BF15180A}" destId="{FA169B1B-96CA-4546-BB57-4A8AE4AD5A04}" srcOrd="2" destOrd="0" presId="urn:microsoft.com/office/officeart/2018/2/layout/IconVerticalSolidList"/>
    <dgm:cxn modelId="{05D03392-3CC4-4A61-B880-ECF11D1A4431}" type="presParOf" srcId="{3B5C0343-FC57-4F61-A7E3-02E1BF15180A}" destId="{945B276A-5126-4BEF-A636-52BB90CBA4E1}" srcOrd="3" destOrd="0" presId="urn:microsoft.com/office/officeart/2018/2/layout/IconVerticalSolidList"/>
    <dgm:cxn modelId="{E3E19075-9CE7-4EBC-919F-EED7F4038575}" type="presParOf" srcId="{EF51A41E-DC31-4862-80EC-A9285CA33436}" destId="{8F407680-BBA0-4B0C-AA68-305C9F22C55D}" srcOrd="1" destOrd="0" presId="urn:microsoft.com/office/officeart/2018/2/layout/IconVerticalSolidList"/>
    <dgm:cxn modelId="{6EC316AF-D02F-4478-B6F5-0F79626B74D4}" type="presParOf" srcId="{EF51A41E-DC31-4862-80EC-A9285CA33436}" destId="{9CEC9400-3170-431E-8FA1-44C9A786FD49}" srcOrd="2" destOrd="0" presId="urn:microsoft.com/office/officeart/2018/2/layout/IconVerticalSolidList"/>
    <dgm:cxn modelId="{C9BC7338-A0C0-4C1E-B5C5-9474FB96A4FE}" type="presParOf" srcId="{9CEC9400-3170-431E-8FA1-44C9A786FD49}" destId="{96D8C1CA-AA09-484C-865D-8C94F71A1E0E}" srcOrd="0" destOrd="0" presId="urn:microsoft.com/office/officeart/2018/2/layout/IconVerticalSolidList"/>
    <dgm:cxn modelId="{D0098B16-DB60-47EE-9C94-1DF55B119085}" type="presParOf" srcId="{9CEC9400-3170-431E-8FA1-44C9A786FD49}" destId="{69225D35-48F5-4034-9C0F-A2FECE97A29D}" srcOrd="1" destOrd="0" presId="urn:microsoft.com/office/officeart/2018/2/layout/IconVerticalSolidList"/>
    <dgm:cxn modelId="{1D8C440B-1314-47FD-9FE4-F2AC26D48DE4}" type="presParOf" srcId="{9CEC9400-3170-431E-8FA1-44C9A786FD49}" destId="{391302B4-B1F1-4245-B755-E3FBDC9B183D}" srcOrd="2" destOrd="0" presId="urn:microsoft.com/office/officeart/2018/2/layout/IconVerticalSolidList"/>
    <dgm:cxn modelId="{802E9F1E-91DD-4349-BEB5-7E398CAC43F1}" type="presParOf" srcId="{9CEC9400-3170-431E-8FA1-44C9A786FD49}" destId="{7E8E1A92-B6D5-4911-A718-3770BBB5FFF5}" srcOrd="3" destOrd="0" presId="urn:microsoft.com/office/officeart/2018/2/layout/IconVerticalSolidList"/>
    <dgm:cxn modelId="{FC5A0FB5-A48A-4FF8-8ECD-D73446D2FC4E}" type="presParOf" srcId="{EF51A41E-DC31-4862-80EC-A9285CA33436}" destId="{F67B1C7E-DC5B-44DD-96BD-805F4747CB1A}" srcOrd="3" destOrd="0" presId="urn:microsoft.com/office/officeart/2018/2/layout/IconVerticalSolidList"/>
    <dgm:cxn modelId="{DEF4039F-BB4D-47DB-B546-A6B0E125F70E}" type="presParOf" srcId="{EF51A41E-DC31-4862-80EC-A9285CA33436}" destId="{9FC47177-CCD0-4F60-B3BE-44691E0D4632}" srcOrd="4" destOrd="0" presId="urn:microsoft.com/office/officeart/2018/2/layout/IconVerticalSolidList"/>
    <dgm:cxn modelId="{CFED0CCA-70BC-49A0-A973-DF3237E05CBF}" type="presParOf" srcId="{9FC47177-CCD0-4F60-B3BE-44691E0D4632}" destId="{1421D6FD-E49D-430A-94D3-D8A079BD491A}" srcOrd="0" destOrd="0" presId="urn:microsoft.com/office/officeart/2018/2/layout/IconVerticalSolidList"/>
    <dgm:cxn modelId="{BB4EB056-3B98-4703-B19E-47D3A3C1CC92}" type="presParOf" srcId="{9FC47177-CCD0-4F60-B3BE-44691E0D4632}" destId="{6C18A0E3-C740-4E2D-A4FF-6685774D0E7C}" srcOrd="1" destOrd="0" presId="urn:microsoft.com/office/officeart/2018/2/layout/IconVerticalSolidList"/>
    <dgm:cxn modelId="{0C324B4A-DD9C-4413-BA75-7AB9101D8B80}" type="presParOf" srcId="{9FC47177-CCD0-4F60-B3BE-44691E0D4632}" destId="{A61E9AF8-B913-467E-80F6-71967B8577E0}" srcOrd="2" destOrd="0" presId="urn:microsoft.com/office/officeart/2018/2/layout/IconVerticalSolidList"/>
    <dgm:cxn modelId="{8468B626-D6AD-4870-AA4A-567AACA0AF5C}" type="presParOf" srcId="{9FC47177-CCD0-4F60-B3BE-44691E0D4632}" destId="{97478BFE-CFA0-49D7-A851-3AC8AD56EB99}" srcOrd="3" destOrd="0" presId="urn:microsoft.com/office/officeart/2018/2/layout/IconVerticalSolidList"/>
    <dgm:cxn modelId="{B2400484-480B-4AAD-BE2F-32AC4D15967B}" type="presParOf" srcId="{EF51A41E-DC31-4862-80EC-A9285CA33436}" destId="{F6ED7BFF-B4B4-4D2B-B392-5E88270B27B5}" srcOrd="5" destOrd="0" presId="urn:microsoft.com/office/officeart/2018/2/layout/IconVerticalSolidList"/>
    <dgm:cxn modelId="{918D4715-42FD-4AEE-83A8-7064B48A0D19}" type="presParOf" srcId="{EF51A41E-DC31-4862-80EC-A9285CA33436}" destId="{C14AF663-88C4-4CAA-A1EE-35B45ED31BC9}" srcOrd="6" destOrd="0" presId="urn:microsoft.com/office/officeart/2018/2/layout/IconVerticalSolidList"/>
    <dgm:cxn modelId="{700DF0F0-D123-44A3-9A4B-D354585C5C5F}" type="presParOf" srcId="{C14AF663-88C4-4CAA-A1EE-35B45ED31BC9}" destId="{D6BC155B-810C-40D9-9918-7FF91E61B9C6}" srcOrd="0" destOrd="0" presId="urn:microsoft.com/office/officeart/2018/2/layout/IconVerticalSolidList"/>
    <dgm:cxn modelId="{D2F2D31E-83D9-42F6-80CE-E65105753DCD}" type="presParOf" srcId="{C14AF663-88C4-4CAA-A1EE-35B45ED31BC9}" destId="{F117ABC0-59EB-4EEE-B987-FC13271B0EF5}" srcOrd="1" destOrd="0" presId="urn:microsoft.com/office/officeart/2018/2/layout/IconVerticalSolidList"/>
    <dgm:cxn modelId="{66BB8231-166E-4C27-8B0B-3DC362FF7170}" type="presParOf" srcId="{C14AF663-88C4-4CAA-A1EE-35B45ED31BC9}" destId="{89F56426-FB2D-4F04-BA13-6873B7349242}" srcOrd="2" destOrd="0" presId="urn:microsoft.com/office/officeart/2018/2/layout/IconVerticalSolidList"/>
    <dgm:cxn modelId="{011D2FB0-FDF8-4740-B081-B882B7A9DF9B}" type="presParOf" srcId="{C14AF663-88C4-4CAA-A1EE-35B45ED31BC9}" destId="{1CCC70F1-A210-491A-814B-0A9A1A149F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94C6065-2FB0-44DA-9E86-D76C4197F5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BE1C8F-E64F-4481-8F04-68908E942211}">
      <dgm:prSet/>
      <dgm:spPr/>
      <dgm:t>
        <a:bodyPr/>
        <a:lstStyle/>
        <a:p>
          <a:r>
            <a:rPr lang="en-ID" b="1"/>
            <a:t>Konsep:</a:t>
          </a:r>
          <a:r>
            <a:rPr lang="en-ID"/>
            <a:t> Menggunakan koneksi SSH yang terenkripsi untuk membawa traffic lain.</a:t>
          </a:r>
          <a:endParaRPr lang="en-US"/>
        </a:p>
      </dgm:t>
    </dgm:pt>
    <dgm:pt modelId="{3D882FAB-8007-4AB0-B15D-83FF13356109}" type="parTrans" cxnId="{C0696FB0-1578-4E10-99B8-C6FBFF33B0EA}">
      <dgm:prSet/>
      <dgm:spPr/>
      <dgm:t>
        <a:bodyPr/>
        <a:lstStyle/>
        <a:p>
          <a:endParaRPr lang="en-US"/>
        </a:p>
      </dgm:t>
    </dgm:pt>
    <dgm:pt modelId="{116EA7BB-F346-4651-ADDA-0B669BA3AE21}" type="sibTrans" cxnId="{C0696FB0-1578-4E10-99B8-C6FBFF33B0EA}">
      <dgm:prSet/>
      <dgm:spPr/>
      <dgm:t>
        <a:bodyPr/>
        <a:lstStyle/>
        <a:p>
          <a:endParaRPr lang="en-US"/>
        </a:p>
      </dgm:t>
    </dgm:pt>
    <dgm:pt modelId="{DE58A53B-084C-4D8A-BB6F-1ACF78FE7D76}">
      <dgm:prSet/>
      <dgm:spPr/>
      <dgm:t>
        <a:bodyPr/>
        <a:lstStyle/>
        <a:p>
          <a:r>
            <a:rPr lang="en-ID" b="1"/>
            <a:t>Jenis-jenis:</a:t>
          </a:r>
          <a:endParaRPr lang="en-US"/>
        </a:p>
      </dgm:t>
    </dgm:pt>
    <dgm:pt modelId="{DAF8A208-16CC-46F8-BC3A-EA1D939DF900}" type="parTrans" cxnId="{F3E7A54D-2142-45FF-BD8C-0705A5F51676}">
      <dgm:prSet/>
      <dgm:spPr/>
      <dgm:t>
        <a:bodyPr/>
        <a:lstStyle/>
        <a:p>
          <a:endParaRPr lang="en-US"/>
        </a:p>
      </dgm:t>
    </dgm:pt>
    <dgm:pt modelId="{8BD3F3F0-5743-4CAE-A38D-FD792B92BDE2}" type="sibTrans" cxnId="{F3E7A54D-2142-45FF-BD8C-0705A5F51676}">
      <dgm:prSet/>
      <dgm:spPr/>
      <dgm:t>
        <a:bodyPr/>
        <a:lstStyle/>
        <a:p>
          <a:endParaRPr lang="en-US"/>
        </a:p>
      </dgm:t>
    </dgm:pt>
    <dgm:pt modelId="{64A65D48-122B-4EE4-97F5-E36019385847}">
      <dgm:prSet/>
      <dgm:spPr/>
      <dgm:t>
        <a:bodyPr/>
        <a:lstStyle/>
        <a:p>
          <a:r>
            <a:rPr lang="en-ID" b="1"/>
            <a:t>Local Port Forwarding:</a:t>
          </a:r>
          <a:r>
            <a:rPr lang="en-ID"/>
            <a:t> Mengakses layanan di </a:t>
          </a:r>
          <a:r>
            <a:rPr lang="en-ID" i="1"/>
            <a:t>jauh</a:t>
          </a:r>
          <a:r>
            <a:rPr lang="en-ID"/>
            <a:t> (server) dari </a:t>
          </a:r>
          <a:r>
            <a:rPr lang="en-ID" i="1"/>
            <a:t>lokal</a:t>
          </a:r>
          <a:r>
            <a:rPr lang="en-ID"/>
            <a:t> (klien).</a:t>
          </a:r>
          <a:endParaRPr lang="en-US"/>
        </a:p>
      </dgm:t>
    </dgm:pt>
    <dgm:pt modelId="{8097F705-C471-4B03-B0E0-A351BE66BDA6}" type="parTrans" cxnId="{C156A8E8-8481-4ACF-AD0C-6B8C32294574}">
      <dgm:prSet/>
      <dgm:spPr/>
      <dgm:t>
        <a:bodyPr/>
        <a:lstStyle/>
        <a:p>
          <a:endParaRPr lang="en-US"/>
        </a:p>
      </dgm:t>
    </dgm:pt>
    <dgm:pt modelId="{04AF14FF-A8E8-4D2C-9E86-987FBB044B6C}" type="sibTrans" cxnId="{C156A8E8-8481-4ACF-AD0C-6B8C32294574}">
      <dgm:prSet/>
      <dgm:spPr/>
      <dgm:t>
        <a:bodyPr/>
        <a:lstStyle/>
        <a:p>
          <a:endParaRPr lang="en-US"/>
        </a:p>
      </dgm:t>
    </dgm:pt>
    <dgm:pt modelId="{9DECA915-9170-425D-81C4-C6C1DC2ECFE0}">
      <dgm:prSet/>
      <dgm:spPr/>
      <dgm:t>
        <a:bodyPr/>
        <a:lstStyle/>
        <a:p>
          <a:r>
            <a:rPr lang="en-ID" b="1"/>
            <a:t>Remote Port Forwarding:</a:t>
          </a:r>
          <a:r>
            <a:rPr lang="en-ID"/>
            <a:t> Mengizinkan </a:t>
          </a:r>
          <a:r>
            <a:rPr lang="en-ID" i="1"/>
            <a:t>jauh</a:t>
          </a:r>
          <a:r>
            <a:rPr lang="en-ID"/>
            <a:t> (server) mengakses layanan di </a:t>
          </a:r>
          <a:r>
            <a:rPr lang="en-ID" i="1"/>
            <a:t>lokal</a:t>
          </a:r>
          <a:r>
            <a:rPr lang="en-ID"/>
            <a:t> (klien).</a:t>
          </a:r>
          <a:endParaRPr lang="en-US"/>
        </a:p>
      </dgm:t>
    </dgm:pt>
    <dgm:pt modelId="{C95EC387-C755-45D6-8E0A-AAE5EBC0B1B3}" type="parTrans" cxnId="{9FF9C645-7917-4D73-A681-67E9DA77B6C4}">
      <dgm:prSet/>
      <dgm:spPr/>
      <dgm:t>
        <a:bodyPr/>
        <a:lstStyle/>
        <a:p>
          <a:endParaRPr lang="en-US"/>
        </a:p>
      </dgm:t>
    </dgm:pt>
    <dgm:pt modelId="{DD5141AF-B935-4EFB-855F-15E210A7F5C8}" type="sibTrans" cxnId="{9FF9C645-7917-4D73-A681-67E9DA77B6C4}">
      <dgm:prSet/>
      <dgm:spPr/>
      <dgm:t>
        <a:bodyPr/>
        <a:lstStyle/>
        <a:p>
          <a:endParaRPr lang="en-US"/>
        </a:p>
      </dgm:t>
    </dgm:pt>
    <dgm:pt modelId="{85B99EF8-11A8-41F8-9832-073FED8BB34F}">
      <dgm:prSet/>
      <dgm:spPr/>
      <dgm:t>
        <a:bodyPr/>
        <a:lstStyle/>
        <a:p>
          <a:r>
            <a:rPr lang="en-ID" b="1"/>
            <a:t>Dynamic Port Forwarding (SOCKS Proxy):</a:t>
          </a:r>
          <a:r>
            <a:rPr lang="en-ID"/>
            <a:t> Yang paling kuat. Mengubah klien SSH menjadi proxy yang bisa menyalurkan traffic apa pun ke tujuan mana pun melalui server SSH.</a:t>
          </a:r>
          <a:endParaRPr lang="en-US"/>
        </a:p>
      </dgm:t>
    </dgm:pt>
    <dgm:pt modelId="{7C44E90B-51D0-4CCF-BEF8-86FD874E7AA3}" type="parTrans" cxnId="{41B574D4-688B-44A2-A20F-AC2CF0948278}">
      <dgm:prSet/>
      <dgm:spPr/>
      <dgm:t>
        <a:bodyPr/>
        <a:lstStyle/>
        <a:p>
          <a:endParaRPr lang="en-US"/>
        </a:p>
      </dgm:t>
    </dgm:pt>
    <dgm:pt modelId="{4DBFAB6F-24E1-446B-BE9C-1D845AAB3BDD}" type="sibTrans" cxnId="{41B574D4-688B-44A2-A20F-AC2CF0948278}">
      <dgm:prSet/>
      <dgm:spPr/>
      <dgm:t>
        <a:bodyPr/>
        <a:lstStyle/>
        <a:p>
          <a:endParaRPr lang="en-US"/>
        </a:p>
      </dgm:t>
    </dgm:pt>
    <dgm:pt modelId="{63E2F047-79BF-430C-83C0-B5515032719A}" type="pres">
      <dgm:prSet presAssocID="{294C6065-2FB0-44DA-9E86-D76C4197F59B}" presName="linear" presStyleCnt="0">
        <dgm:presLayoutVars>
          <dgm:animLvl val="lvl"/>
          <dgm:resizeHandles val="exact"/>
        </dgm:presLayoutVars>
      </dgm:prSet>
      <dgm:spPr/>
    </dgm:pt>
    <dgm:pt modelId="{1983C0C8-07B2-4DBD-8317-80270752BBCE}" type="pres">
      <dgm:prSet presAssocID="{95BE1C8F-E64F-4481-8F04-68908E9422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C895930-E1AB-4933-AF40-A2F1A035E734}" type="pres">
      <dgm:prSet presAssocID="{116EA7BB-F346-4651-ADDA-0B669BA3AE21}" presName="spacer" presStyleCnt="0"/>
      <dgm:spPr/>
    </dgm:pt>
    <dgm:pt modelId="{5FD384D0-39FD-42B9-87BF-6E35BE8C8535}" type="pres">
      <dgm:prSet presAssocID="{DE58A53B-084C-4D8A-BB6F-1ACF78FE7D7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8343B72-65AF-4A96-A6B3-C67238F732F5}" type="pres">
      <dgm:prSet presAssocID="{DE58A53B-084C-4D8A-BB6F-1ACF78FE7D7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227AF06-BA63-4578-A807-F2409B9D8483}" type="presOf" srcId="{294C6065-2FB0-44DA-9E86-D76C4197F59B}" destId="{63E2F047-79BF-430C-83C0-B5515032719A}" srcOrd="0" destOrd="0" presId="urn:microsoft.com/office/officeart/2005/8/layout/vList2"/>
    <dgm:cxn modelId="{3DC62C20-4795-40D8-BE2C-AE1EE4301BB1}" type="presOf" srcId="{9DECA915-9170-425D-81C4-C6C1DC2ECFE0}" destId="{38343B72-65AF-4A96-A6B3-C67238F732F5}" srcOrd="0" destOrd="1" presId="urn:microsoft.com/office/officeart/2005/8/layout/vList2"/>
    <dgm:cxn modelId="{EF400B39-4586-4490-8E81-F9E0E3A762EB}" type="presOf" srcId="{DE58A53B-084C-4D8A-BB6F-1ACF78FE7D76}" destId="{5FD384D0-39FD-42B9-87BF-6E35BE8C8535}" srcOrd="0" destOrd="0" presId="urn:microsoft.com/office/officeart/2005/8/layout/vList2"/>
    <dgm:cxn modelId="{98C2625E-2B60-489E-9835-AB120F811B1C}" type="presOf" srcId="{95BE1C8F-E64F-4481-8F04-68908E942211}" destId="{1983C0C8-07B2-4DBD-8317-80270752BBCE}" srcOrd="0" destOrd="0" presId="urn:microsoft.com/office/officeart/2005/8/layout/vList2"/>
    <dgm:cxn modelId="{9FF9C645-7917-4D73-A681-67E9DA77B6C4}" srcId="{DE58A53B-084C-4D8A-BB6F-1ACF78FE7D76}" destId="{9DECA915-9170-425D-81C4-C6C1DC2ECFE0}" srcOrd="1" destOrd="0" parTransId="{C95EC387-C755-45D6-8E0A-AAE5EBC0B1B3}" sibTransId="{DD5141AF-B935-4EFB-855F-15E210A7F5C8}"/>
    <dgm:cxn modelId="{F3E7A54D-2142-45FF-BD8C-0705A5F51676}" srcId="{294C6065-2FB0-44DA-9E86-D76C4197F59B}" destId="{DE58A53B-084C-4D8A-BB6F-1ACF78FE7D76}" srcOrd="1" destOrd="0" parTransId="{DAF8A208-16CC-46F8-BC3A-EA1D939DF900}" sibTransId="{8BD3F3F0-5743-4CAE-A38D-FD792B92BDE2}"/>
    <dgm:cxn modelId="{518DE974-03D3-4A46-8EAA-E0781B3D33B5}" type="presOf" srcId="{85B99EF8-11A8-41F8-9832-073FED8BB34F}" destId="{38343B72-65AF-4A96-A6B3-C67238F732F5}" srcOrd="0" destOrd="2" presId="urn:microsoft.com/office/officeart/2005/8/layout/vList2"/>
    <dgm:cxn modelId="{A05E728A-EA9D-4DE4-8E54-8A30F47E3E6F}" type="presOf" srcId="{64A65D48-122B-4EE4-97F5-E36019385847}" destId="{38343B72-65AF-4A96-A6B3-C67238F732F5}" srcOrd="0" destOrd="0" presId="urn:microsoft.com/office/officeart/2005/8/layout/vList2"/>
    <dgm:cxn modelId="{C0696FB0-1578-4E10-99B8-C6FBFF33B0EA}" srcId="{294C6065-2FB0-44DA-9E86-D76C4197F59B}" destId="{95BE1C8F-E64F-4481-8F04-68908E942211}" srcOrd="0" destOrd="0" parTransId="{3D882FAB-8007-4AB0-B15D-83FF13356109}" sibTransId="{116EA7BB-F346-4651-ADDA-0B669BA3AE21}"/>
    <dgm:cxn modelId="{41B574D4-688B-44A2-A20F-AC2CF0948278}" srcId="{DE58A53B-084C-4D8A-BB6F-1ACF78FE7D76}" destId="{85B99EF8-11A8-41F8-9832-073FED8BB34F}" srcOrd="2" destOrd="0" parTransId="{7C44E90B-51D0-4CCF-BEF8-86FD874E7AA3}" sibTransId="{4DBFAB6F-24E1-446B-BE9C-1D845AAB3BDD}"/>
    <dgm:cxn modelId="{C156A8E8-8481-4ACF-AD0C-6B8C32294574}" srcId="{DE58A53B-084C-4D8A-BB6F-1ACF78FE7D76}" destId="{64A65D48-122B-4EE4-97F5-E36019385847}" srcOrd="0" destOrd="0" parTransId="{8097F705-C471-4B03-B0E0-A351BE66BDA6}" sibTransId="{04AF14FF-A8E8-4D2C-9E86-987FBB044B6C}"/>
    <dgm:cxn modelId="{A496015D-3D67-417C-A15A-E5951D4ACED6}" type="presParOf" srcId="{63E2F047-79BF-430C-83C0-B5515032719A}" destId="{1983C0C8-07B2-4DBD-8317-80270752BBCE}" srcOrd="0" destOrd="0" presId="urn:microsoft.com/office/officeart/2005/8/layout/vList2"/>
    <dgm:cxn modelId="{187E8C0B-9876-4DBC-9800-99397F9BDD5C}" type="presParOf" srcId="{63E2F047-79BF-430C-83C0-B5515032719A}" destId="{EC895930-E1AB-4933-AF40-A2F1A035E734}" srcOrd="1" destOrd="0" presId="urn:microsoft.com/office/officeart/2005/8/layout/vList2"/>
    <dgm:cxn modelId="{85BC0C9A-4BE8-4489-8ED9-7856F009DEE2}" type="presParOf" srcId="{63E2F047-79BF-430C-83C0-B5515032719A}" destId="{5FD384D0-39FD-42B9-87BF-6E35BE8C8535}" srcOrd="2" destOrd="0" presId="urn:microsoft.com/office/officeart/2005/8/layout/vList2"/>
    <dgm:cxn modelId="{ED7731D9-9B6B-48EC-A5B0-93410F4CCDBF}" type="presParOf" srcId="{63E2F047-79BF-430C-83C0-B5515032719A}" destId="{38343B72-65AF-4A96-A6B3-C67238F732F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2165FDA-2E50-457E-BF7B-7235E3FB4E3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CF6F05C-EF95-48BB-A251-BBB2DA61FC43}">
      <dgm:prSet/>
      <dgm:spPr/>
      <dgm:t>
        <a:bodyPr/>
        <a:lstStyle/>
        <a:p>
          <a:r>
            <a:rPr lang="en-ID" b="1"/>
            <a:t>Tujuan:</a:t>
          </a:r>
          <a:r>
            <a:rPr lang="en-ID"/>
            <a:t> Mengakses halaman web internal yang diblokir firewall melalui SSH Tunnel.</a:t>
          </a:r>
          <a:endParaRPr lang="en-US"/>
        </a:p>
      </dgm:t>
    </dgm:pt>
    <dgm:pt modelId="{F608DE55-F2C8-497F-9E23-986FA9DAD8C1}" type="parTrans" cxnId="{F2B07808-FA5D-4FF8-A691-6758584D4B54}">
      <dgm:prSet/>
      <dgm:spPr/>
      <dgm:t>
        <a:bodyPr/>
        <a:lstStyle/>
        <a:p>
          <a:endParaRPr lang="en-US"/>
        </a:p>
      </dgm:t>
    </dgm:pt>
    <dgm:pt modelId="{0FFD2E93-94EC-4AA9-8B48-3BBA5FF6D8E6}" type="sibTrans" cxnId="{F2B07808-FA5D-4FF8-A691-6758584D4B54}">
      <dgm:prSet/>
      <dgm:spPr/>
      <dgm:t>
        <a:bodyPr/>
        <a:lstStyle/>
        <a:p>
          <a:endParaRPr lang="en-US"/>
        </a:p>
      </dgm:t>
    </dgm:pt>
    <dgm:pt modelId="{BF0FA851-D6CF-4E3C-AB85-12CAC2BDC667}">
      <dgm:prSet/>
      <dgm:spPr/>
      <dgm:t>
        <a:bodyPr/>
        <a:lstStyle/>
        <a:p>
          <a:r>
            <a:rPr lang="en-ID" b="1"/>
            <a:t>Lingkungan:</a:t>
          </a:r>
          <a:r>
            <a:rPr lang="en-ID"/>
            <a:t> 2 VM (Attacker, Internal Web Server) dan aturan firewall yang memblokir akses langsung.</a:t>
          </a:r>
          <a:endParaRPr lang="en-US"/>
        </a:p>
      </dgm:t>
    </dgm:pt>
    <dgm:pt modelId="{0B1721F5-2F32-4A19-9F00-3954F8FB0947}" type="parTrans" cxnId="{BF86D9D0-9BE8-4A1C-A649-D5F81EE39014}">
      <dgm:prSet/>
      <dgm:spPr/>
      <dgm:t>
        <a:bodyPr/>
        <a:lstStyle/>
        <a:p>
          <a:endParaRPr lang="en-US"/>
        </a:p>
      </dgm:t>
    </dgm:pt>
    <dgm:pt modelId="{08AE67BD-3697-4A0C-B850-BA6FDC569FB2}" type="sibTrans" cxnId="{BF86D9D0-9BE8-4A1C-A649-D5F81EE39014}">
      <dgm:prSet/>
      <dgm:spPr/>
      <dgm:t>
        <a:bodyPr/>
        <a:lstStyle/>
        <a:p>
          <a:endParaRPr lang="en-US"/>
        </a:p>
      </dgm:t>
    </dgm:pt>
    <dgm:pt modelId="{18C60F45-A494-4593-B687-317D83302485}">
      <dgm:prSet/>
      <dgm:spPr/>
      <dgm:t>
        <a:bodyPr/>
        <a:lstStyle/>
        <a:p>
          <a:r>
            <a:rPr lang="en-ID" b="1"/>
            <a:t>Langkah-langkah:</a:t>
          </a:r>
          <a:endParaRPr lang="en-US"/>
        </a:p>
      </dgm:t>
    </dgm:pt>
    <dgm:pt modelId="{81BCF6EF-681B-4E75-ABF2-A273314977C7}" type="parTrans" cxnId="{6ECAEF8D-8B32-4551-8E0E-BC47109B87DF}">
      <dgm:prSet/>
      <dgm:spPr/>
      <dgm:t>
        <a:bodyPr/>
        <a:lstStyle/>
        <a:p>
          <a:endParaRPr lang="en-US"/>
        </a:p>
      </dgm:t>
    </dgm:pt>
    <dgm:pt modelId="{A82F87D7-5AA1-4DD3-8B6E-5564A3710808}" type="sibTrans" cxnId="{6ECAEF8D-8B32-4551-8E0E-BC47109B87DF}">
      <dgm:prSet/>
      <dgm:spPr/>
      <dgm:t>
        <a:bodyPr/>
        <a:lstStyle/>
        <a:p>
          <a:endParaRPr lang="en-US"/>
        </a:p>
      </dgm:t>
    </dgm:pt>
    <dgm:pt modelId="{26B8037A-5A0F-4D8B-ABA6-85ABA96F85C1}">
      <dgm:prSet/>
      <dgm:spPr/>
      <dgm:t>
        <a:bodyPr/>
        <a:lstStyle/>
        <a:p>
          <a:r>
            <a:rPr lang="en-ID"/>
            <a:t>Dari VM Attacker, buat koneksi SSH Dynamic Forwarding: </a:t>
          </a:r>
          <a:r>
            <a:rPr lang="en-ID" b="1"/>
            <a:t>ssh -D 1080 user@internal-server</a:t>
          </a:r>
          <a:r>
            <a:rPr lang="en-ID"/>
            <a:t>.</a:t>
          </a:r>
          <a:endParaRPr lang="en-US"/>
        </a:p>
      </dgm:t>
    </dgm:pt>
    <dgm:pt modelId="{07A03582-0AB0-4558-B6F5-F94E5261C24D}" type="parTrans" cxnId="{1E0A26CA-355D-4FFE-840F-500275E2107E}">
      <dgm:prSet/>
      <dgm:spPr/>
      <dgm:t>
        <a:bodyPr/>
        <a:lstStyle/>
        <a:p>
          <a:endParaRPr lang="en-US"/>
        </a:p>
      </dgm:t>
    </dgm:pt>
    <dgm:pt modelId="{6FDF5EB4-8C45-4C97-97D7-456EE428B63D}" type="sibTrans" cxnId="{1E0A26CA-355D-4FFE-840F-500275E2107E}">
      <dgm:prSet/>
      <dgm:spPr/>
      <dgm:t>
        <a:bodyPr/>
        <a:lstStyle/>
        <a:p>
          <a:endParaRPr lang="en-US"/>
        </a:p>
      </dgm:t>
    </dgm:pt>
    <dgm:pt modelId="{C21C2696-B0D2-4E3E-945B-7CB903F542A1}">
      <dgm:prSet/>
      <dgm:spPr/>
      <dgm:t>
        <a:bodyPr/>
        <a:lstStyle/>
        <a:p>
          <a:r>
            <a:rPr lang="en-ID"/>
            <a:t>Konfigurasi browser di VM Attacker untuk menggunakan proxy SOCKS5 di </a:t>
          </a:r>
          <a:r>
            <a:rPr lang="en-ID" b="1"/>
            <a:t>127.0.0.1:1080</a:t>
          </a:r>
          <a:r>
            <a:rPr lang="en-ID"/>
            <a:t>.</a:t>
          </a:r>
          <a:endParaRPr lang="en-US"/>
        </a:p>
      </dgm:t>
    </dgm:pt>
    <dgm:pt modelId="{C94EE6DC-5B88-4DBA-81D8-B1E4112BB841}" type="parTrans" cxnId="{0B8DC8D2-6FFB-442D-9A18-08D5F61212E4}">
      <dgm:prSet/>
      <dgm:spPr/>
      <dgm:t>
        <a:bodyPr/>
        <a:lstStyle/>
        <a:p>
          <a:endParaRPr lang="en-US"/>
        </a:p>
      </dgm:t>
    </dgm:pt>
    <dgm:pt modelId="{0B6D99EA-EE3A-4561-901C-C6D7CE31E492}" type="sibTrans" cxnId="{0B8DC8D2-6FFB-442D-9A18-08D5F61212E4}">
      <dgm:prSet/>
      <dgm:spPr/>
      <dgm:t>
        <a:bodyPr/>
        <a:lstStyle/>
        <a:p>
          <a:endParaRPr lang="en-US"/>
        </a:p>
      </dgm:t>
    </dgm:pt>
    <dgm:pt modelId="{81744140-B5F2-4F3B-BC1D-02F2E154DCDC}">
      <dgm:prSet/>
      <dgm:spPr/>
      <dgm:t>
        <a:bodyPr/>
        <a:lstStyle/>
        <a:p>
          <a:r>
            <a:rPr lang="en-ID"/>
            <a:t>Buka browser dan akses halaman web internal. Buktikan bahwa akses berhasil.</a:t>
          </a:r>
          <a:endParaRPr lang="en-US"/>
        </a:p>
      </dgm:t>
    </dgm:pt>
    <dgm:pt modelId="{ECF1ADFC-F26D-4C5F-8493-34576EAB97DC}" type="parTrans" cxnId="{D75335DC-F8CE-463A-936C-0DE4FA496A4B}">
      <dgm:prSet/>
      <dgm:spPr/>
      <dgm:t>
        <a:bodyPr/>
        <a:lstStyle/>
        <a:p>
          <a:endParaRPr lang="en-US"/>
        </a:p>
      </dgm:t>
    </dgm:pt>
    <dgm:pt modelId="{8CB5A36F-C167-41F8-BC03-87EA60F62FBC}" type="sibTrans" cxnId="{D75335DC-F8CE-463A-936C-0DE4FA496A4B}">
      <dgm:prSet/>
      <dgm:spPr/>
      <dgm:t>
        <a:bodyPr/>
        <a:lstStyle/>
        <a:p>
          <a:endParaRPr lang="en-US"/>
        </a:p>
      </dgm:t>
    </dgm:pt>
    <dgm:pt modelId="{BD5A42E8-81A7-4AF4-9675-5D283B9681D1}" type="pres">
      <dgm:prSet presAssocID="{22165FDA-2E50-457E-BF7B-7235E3FB4E35}" presName="linear" presStyleCnt="0">
        <dgm:presLayoutVars>
          <dgm:animLvl val="lvl"/>
          <dgm:resizeHandles val="exact"/>
        </dgm:presLayoutVars>
      </dgm:prSet>
      <dgm:spPr/>
    </dgm:pt>
    <dgm:pt modelId="{92E855E3-4551-413A-847E-AEE3314B35BB}" type="pres">
      <dgm:prSet presAssocID="{DCF6F05C-EF95-48BB-A251-BBB2DA61FC4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ED9A022-23F0-49FB-81EA-849641C82D54}" type="pres">
      <dgm:prSet presAssocID="{0FFD2E93-94EC-4AA9-8B48-3BBA5FF6D8E6}" presName="spacer" presStyleCnt="0"/>
      <dgm:spPr/>
    </dgm:pt>
    <dgm:pt modelId="{8671ED1B-D74C-46B8-8E5D-F1C71B4DB98A}" type="pres">
      <dgm:prSet presAssocID="{BF0FA851-D6CF-4E3C-AB85-12CAC2BDC66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8E23BEB-256B-4251-A803-169C32A994D8}" type="pres">
      <dgm:prSet presAssocID="{08AE67BD-3697-4A0C-B850-BA6FDC569FB2}" presName="spacer" presStyleCnt="0"/>
      <dgm:spPr/>
    </dgm:pt>
    <dgm:pt modelId="{B19BEB69-270D-45E6-A774-5B0AA1D864BD}" type="pres">
      <dgm:prSet presAssocID="{18C60F45-A494-4593-B687-317D8330248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6FFBF1E-0CBF-437B-9618-B02E26BD8792}" type="pres">
      <dgm:prSet presAssocID="{18C60F45-A494-4593-B687-317D8330248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2B07808-FA5D-4FF8-A691-6758584D4B54}" srcId="{22165FDA-2E50-457E-BF7B-7235E3FB4E35}" destId="{DCF6F05C-EF95-48BB-A251-BBB2DA61FC43}" srcOrd="0" destOrd="0" parTransId="{F608DE55-F2C8-497F-9E23-986FA9DAD8C1}" sibTransId="{0FFD2E93-94EC-4AA9-8B48-3BBA5FF6D8E6}"/>
    <dgm:cxn modelId="{28050E42-D628-451F-8D83-DDDC63504684}" type="presOf" srcId="{BF0FA851-D6CF-4E3C-AB85-12CAC2BDC667}" destId="{8671ED1B-D74C-46B8-8E5D-F1C71B4DB98A}" srcOrd="0" destOrd="0" presId="urn:microsoft.com/office/officeart/2005/8/layout/vList2"/>
    <dgm:cxn modelId="{79A1E062-F965-4C7D-AAA2-FFD0C76AC2E9}" type="presOf" srcId="{81744140-B5F2-4F3B-BC1D-02F2E154DCDC}" destId="{56FFBF1E-0CBF-437B-9618-B02E26BD8792}" srcOrd="0" destOrd="2" presId="urn:microsoft.com/office/officeart/2005/8/layout/vList2"/>
    <dgm:cxn modelId="{6ECAEF8D-8B32-4551-8E0E-BC47109B87DF}" srcId="{22165FDA-2E50-457E-BF7B-7235E3FB4E35}" destId="{18C60F45-A494-4593-B687-317D83302485}" srcOrd="2" destOrd="0" parTransId="{81BCF6EF-681B-4E75-ABF2-A273314977C7}" sibTransId="{A82F87D7-5AA1-4DD3-8B6E-5564A3710808}"/>
    <dgm:cxn modelId="{DD2EE7BE-3A48-492E-A30E-6451DA5789C7}" type="presOf" srcId="{C21C2696-B0D2-4E3E-945B-7CB903F542A1}" destId="{56FFBF1E-0CBF-437B-9618-B02E26BD8792}" srcOrd="0" destOrd="1" presId="urn:microsoft.com/office/officeart/2005/8/layout/vList2"/>
    <dgm:cxn modelId="{01EEC8C4-F755-4F52-AFF0-270B950924FE}" type="presOf" srcId="{26B8037A-5A0F-4D8B-ABA6-85ABA96F85C1}" destId="{56FFBF1E-0CBF-437B-9618-B02E26BD8792}" srcOrd="0" destOrd="0" presId="urn:microsoft.com/office/officeart/2005/8/layout/vList2"/>
    <dgm:cxn modelId="{1E0A26CA-355D-4FFE-840F-500275E2107E}" srcId="{18C60F45-A494-4593-B687-317D83302485}" destId="{26B8037A-5A0F-4D8B-ABA6-85ABA96F85C1}" srcOrd="0" destOrd="0" parTransId="{07A03582-0AB0-4558-B6F5-F94E5261C24D}" sibTransId="{6FDF5EB4-8C45-4C97-97D7-456EE428B63D}"/>
    <dgm:cxn modelId="{BF86D9D0-9BE8-4A1C-A649-D5F81EE39014}" srcId="{22165FDA-2E50-457E-BF7B-7235E3FB4E35}" destId="{BF0FA851-D6CF-4E3C-AB85-12CAC2BDC667}" srcOrd="1" destOrd="0" parTransId="{0B1721F5-2F32-4A19-9F00-3954F8FB0947}" sibTransId="{08AE67BD-3697-4A0C-B850-BA6FDC569FB2}"/>
    <dgm:cxn modelId="{0B8DC8D2-6FFB-442D-9A18-08D5F61212E4}" srcId="{18C60F45-A494-4593-B687-317D83302485}" destId="{C21C2696-B0D2-4E3E-945B-7CB903F542A1}" srcOrd="1" destOrd="0" parTransId="{C94EE6DC-5B88-4DBA-81D8-B1E4112BB841}" sibTransId="{0B6D99EA-EE3A-4561-901C-C6D7CE31E492}"/>
    <dgm:cxn modelId="{247DEED9-4386-4617-9C5B-A1104BEEC11B}" type="presOf" srcId="{18C60F45-A494-4593-B687-317D83302485}" destId="{B19BEB69-270D-45E6-A774-5B0AA1D864BD}" srcOrd="0" destOrd="0" presId="urn:microsoft.com/office/officeart/2005/8/layout/vList2"/>
    <dgm:cxn modelId="{D75335DC-F8CE-463A-936C-0DE4FA496A4B}" srcId="{18C60F45-A494-4593-B687-317D83302485}" destId="{81744140-B5F2-4F3B-BC1D-02F2E154DCDC}" srcOrd="2" destOrd="0" parTransId="{ECF1ADFC-F26D-4C5F-8493-34576EAB97DC}" sibTransId="{8CB5A36F-C167-41F8-BC03-87EA60F62FBC}"/>
    <dgm:cxn modelId="{6B2DE2DE-DF03-4304-8AB6-C932FA0A5071}" type="presOf" srcId="{DCF6F05C-EF95-48BB-A251-BBB2DA61FC43}" destId="{92E855E3-4551-413A-847E-AEE3314B35BB}" srcOrd="0" destOrd="0" presId="urn:microsoft.com/office/officeart/2005/8/layout/vList2"/>
    <dgm:cxn modelId="{BA468BFD-6B9C-4EDB-B010-EE362A9152DC}" type="presOf" srcId="{22165FDA-2E50-457E-BF7B-7235E3FB4E35}" destId="{BD5A42E8-81A7-4AF4-9675-5D283B9681D1}" srcOrd="0" destOrd="0" presId="urn:microsoft.com/office/officeart/2005/8/layout/vList2"/>
    <dgm:cxn modelId="{0478523E-323B-42F0-AEF9-89A6DC46E42A}" type="presParOf" srcId="{BD5A42E8-81A7-4AF4-9675-5D283B9681D1}" destId="{92E855E3-4551-413A-847E-AEE3314B35BB}" srcOrd="0" destOrd="0" presId="urn:microsoft.com/office/officeart/2005/8/layout/vList2"/>
    <dgm:cxn modelId="{068C32EB-DC1F-4BED-A144-9BFC3399C9E6}" type="presParOf" srcId="{BD5A42E8-81A7-4AF4-9675-5D283B9681D1}" destId="{8ED9A022-23F0-49FB-81EA-849641C82D54}" srcOrd="1" destOrd="0" presId="urn:microsoft.com/office/officeart/2005/8/layout/vList2"/>
    <dgm:cxn modelId="{656C0995-ABD3-482B-B469-3D52CC0EFB00}" type="presParOf" srcId="{BD5A42E8-81A7-4AF4-9675-5D283B9681D1}" destId="{8671ED1B-D74C-46B8-8E5D-F1C71B4DB98A}" srcOrd="2" destOrd="0" presId="urn:microsoft.com/office/officeart/2005/8/layout/vList2"/>
    <dgm:cxn modelId="{63BAC089-0077-4F61-B40F-2672609DB040}" type="presParOf" srcId="{BD5A42E8-81A7-4AF4-9675-5D283B9681D1}" destId="{D8E23BEB-256B-4251-A803-169C32A994D8}" srcOrd="3" destOrd="0" presId="urn:microsoft.com/office/officeart/2005/8/layout/vList2"/>
    <dgm:cxn modelId="{5798C87C-AE9B-45D3-9AC3-11A029BD94E8}" type="presParOf" srcId="{BD5A42E8-81A7-4AF4-9675-5D283B9681D1}" destId="{B19BEB69-270D-45E6-A774-5B0AA1D864BD}" srcOrd="4" destOrd="0" presId="urn:microsoft.com/office/officeart/2005/8/layout/vList2"/>
    <dgm:cxn modelId="{7A98B10A-BE0A-49F3-BB07-972A07343E02}" type="presParOf" srcId="{BD5A42E8-81A7-4AF4-9675-5D283B9681D1}" destId="{56FFBF1E-0CBF-437B-9618-B02E26BD879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1C97EBC-3FCF-4A7F-80D2-9B35C2E4D63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334110-1EC9-4BFB-98F5-DF79A2B17E57}">
      <dgm:prSet/>
      <dgm:spPr/>
      <dgm:t>
        <a:bodyPr/>
        <a:lstStyle/>
        <a:p>
          <a:r>
            <a:rPr lang="en-ID" b="1"/>
            <a:t>Tujuan:</a:t>
          </a:r>
          <a:r>
            <a:rPr lang="en-ID"/>
            <a:t> Memodifikasi file executable yang terdeteksi AV agar tidak lagi terdeteksi.</a:t>
          </a:r>
          <a:endParaRPr lang="en-US"/>
        </a:p>
      </dgm:t>
    </dgm:pt>
    <dgm:pt modelId="{43485D1B-344C-4CFE-84F2-80C17B749219}" type="parTrans" cxnId="{63B9366F-A2D1-4D16-9724-9A1FE05809FC}">
      <dgm:prSet/>
      <dgm:spPr/>
      <dgm:t>
        <a:bodyPr/>
        <a:lstStyle/>
        <a:p>
          <a:endParaRPr lang="en-US"/>
        </a:p>
      </dgm:t>
    </dgm:pt>
    <dgm:pt modelId="{1B7BE7B4-6C16-4929-9A14-16E87416F0C8}" type="sibTrans" cxnId="{63B9366F-A2D1-4D16-9724-9A1FE05809FC}">
      <dgm:prSet/>
      <dgm:spPr/>
      <dgm:t>
        <a:bodyPr/>
        <a:lstStyle/>
        <a:p>
          <a:endParaRPr lang="en-US"/>
        </a:p>
      </dgm:t>
    </dgm:pt>
    <dgm:pt modelId="{8C4D8BEC-E774-4F13-9180-F7ECD2F8A902}">
      <dgm:prSet/>
      <dgm:spPr/>
      <dgm:t>
        <a:bodyPr/>
        <a:lstStyle/>
        <a:p>
          <a:r>
            <a:rPr lang="en-ID" b="1"/>
            <a:t>Alat:</a:t>
          </a:r>
          <a:r>
            <a:rPr lang="en-ID"/>
            <a:t> </a:t>
          </a:r>
          <a:r>
            <a:rPr lang="en-ID" b="1"/>
            <a:t>msfvenom</a:t>
          </a:r>
          <a:r>
            <a:rPr lang="en-ID"/>
            <a:t> (untuk membuat payload sederhana), sebuah </a:t>
          </a:r>
          <a:r>
            <a:rPr lang="en-ID" i="1"/>
            <a:t>packer</a:t>
          </a:r>
          <a:r>
            <a:rPr lang="en-ID"/>
            <a:t> sederhana (misal: UPX), atau online shellcode encoder.</a:t>
          </a:r>
          <a:endParaRPr lang="en-US"/>
        </a:p>
      </dgm:t>
    </dgm:pt>
    <dgm:pt modelId="{FE42293E-7F39-4A1D-AE8B-10142CC0BC50}" type="parTrans" cxnId="{4A1FF1D8-0F59-4FC0-8CBB-10D6D2DE15E0}">
      <dgm:prSet/>
      <dgm:spPr/>
      <dgm:t>
        <a:bodyPr/>
        <a:lstStyle/>
        <a:p>
          <a:endParaRPr lang="en-US"/>
        </a:p>
      </dgm:t>
    </dgm:pt>
    <dgm:pt modelId="{C7A91055-A496-4AB7-995C-D0592610E451}" type="sibTrans" cxnId="{4A1FF1D8-0F59-4FC0-8CBB-10D6D2DE15E0}">
      <dgm:prSet/>
      <dgm:spPr/>
      <dgm:t>
        <a:bodyPr/>
        <a:lstStyle/>
        <a:p>
          <a:endParaRPr lang="en-US"/>
        </a:p>
      </dgm:t>
    </dgm:pt>
    <dgm:pt modelId="{5B2F45AD-5D12-41A0-8E38-FEC59798B423}">
      <dgm:prSet/>
      <dgm:spPr/>
      <dgm:t>
        <a:bodyPr/>
        <a:lstStyle/>
        <a:p>
          <a:r>
            <a:rPr lang="en-ID" b="1"/>
            <a:t>Langkah-langkah:</a:t>
          </a:r>
          <a:endParaRPr lang="en-US"/>
        </a:p>
      </dgm:t>
    </dgm:pt>
    <dgm:pt modelId="{B7FEA686-E591-45F2-88E5-18DBA13E5D02}" type="parTrans" cxnId="{3498013C-0C83-426A-85D7-ED85773E255D}">
      <dgm:prSet/>
      <dgm:spPr/>
      <dgm:t>
        <a:bodyPr/>
        <a:lstStyle/>
        <a:p>
          <a:endParaRPr lang="en-US"/>
        </a:p>
      </dgm:t>
    </dgm:pt>
    <dgm:pt modelId="{7F85FE1D-07D3-440E-A133-324D96A748E6}" type="sibTrans" cxnId="{3498013C-0C83-426A-85D7-ED85773E255D}">
      <dgm:prSet/>
      <dgm:spPr/>
      <dgm:t>
        <a:bodyPr/>
        <a:lstStyle/>
        <a:p>
          <a:endParaRPr lang="en-US"/>
        </a:p>
      </dgm:t>
    </dgm:pt>
    <dgm:pt modelId="{693C104C-5BDA-4722-A185-400F61261421}">
      <dgm:prSet/>
      <dgm:spPr/>
      <dgm:t>
        <a:bodyPr/>
        <a:lstStyle/>
        <a:p>
          <a:r>
            <a:rPr lang="en-ID"/>
            <a:t>Buat sebuah executable sederhana yang terdeteksi oleh AV (misalnya </a:t>
          </a:r>
          <a:r>
            <a:rPr lang="en-ID" b="1"/>
            <a:t>payload.exe</a:t>
          </a:r>
          <a:r>
            <a:rPr lang="en-ID"/>
            <a:t>).</a:t>
          </a:r>
          <a:endParaRPr lang="en-US"/>
        </a:p>
      </dgm:t>
    </dgm:pt>
    <dgm:pt modelId="{15ACEA4D-D05F-495A-9CC2-79BE73A759A4}" type="parTrans" cxnId="{038D3228-2E07-4ECA-9590-C43C9A07B579}">
      <dgm:prSet/>
      <dgm:spPr/>
      <dgm:t>
        <a:bodyPr/>
        <a:lstStyle/>
        <a:p>
          <a:endParaRPr lang="en-US"/>
        </a:p>
      </dgm:t>
    </dgm:pt>
    <dgm:pt modelId="{AB4FC8F9-FEEC-4F5C-96E3-3428F1A4C3C6}" type="sibTrans" cxnId="{038D3228-2E07-4ECA-9590-C43C9A07B579}">
      <dgm:prSet/>
      <dgm:spPr/>
      <dgm:t>
        <a:bodyPr/>
        <a:lstStyle/>
        <a:p>
          <a:endParaRPr lang="en-US"/>
        </a:p>
      </dgm:t>
    </dgm:pt>
    <dgm:pt modelId="{CD4CFC32-0875-4F88-87D9-79724E87D8FC}">
      <dgm:prSet/>
      <dgm:spPr/>
      <dgm:t>
        <a:bodyPr/>
        <a:lstStyle/>
        <a:p>
          <a:r>
            <a:rPr lang="en-ID"/>
            <a:t>Scan file tersebut dengan Windows Defender atau upload ke VirusTotal. Catat hasilnya.</a:t>
          </a:r>
          <a:endParaRPr lang="en-US"/>
        </a:p>
      </dgm:t>
    </dgm:pt>
    <dgm:pt modelId="{1FE04E9A-E165-42D2-B907-696645C0F71C}" type="parTrans" cxnId="{A2DFA90C-349F-4C5E-9635-0B6EC2E5BE2B}">
      <dgm:prSet/>
      <dgm:spPr/>
      <dgm:t>
        <a:bodyPr/>
        <a:lstStyle/>
        <a:p>
          <a:endParaRPr lang="en-US"/>
        </a:p>
      </dgm:t>
    </dgm:pt>
    <dgm:pt modelId="{D1FA492C-06EA-4A7B-BE03-B47893017241}" type="sibTrans" cxnId="{A2DFA90C-349F-4C5E-9635-0B6EC2E5BE2B}">
      <dgm:prSet/>
      <dgm:spPr/>
      <dgm:t>
        <a:bodyPr/>
        <a:lstStyle/>
        <a:p>
          <a:endParaRPr lang="en-US"/>
        </a:p>
      </dgm:t>
    </dgm:pt>
    <dgm:pt modelId="{335D1BCD-B536-4136-A7A5-2206D73A0DCC}">
      <dgm:prSet/>
      <dgm:spPr/>
      <dgm:t>
        <a:bodyPr/>
        <a:lstStyle/>
        <a:p>
          <a:r>
            <a:rPr lang="en-ID"/>
            <a:t>Gunakan packer untuk mengenkripsi/mengompres file tersebut.</a:t>
          </a:r>
          <a:endParaRPr lang="en-US"/>
        </a:p>
      </dgm:t>
    </dgm:pt>
    <dgm:pt modelId="{664D1CDC-E089-44B9-A91E-5EA0C1617EFC}" type="parTrans" cxnId="{3142AF73-A511-4CF0-9651-EC7D7A55CA4E}">
      <dgm:prSet/>
      <dgm:spPr/>
      <dgm:t>
        <a:bodyPr/>
        <a:lstStyle/>
        <a:p>
          <a:endParaRPr lang="en-US"/>
        </a:p>
      </dgm:t>
    </dgm:pt>
    <dgm:pt modelId="{3E02A480-C45A-45E6-858B-12A957A43D70}" type="sibTrans" cxnId="{3142AF73-A511-4CF0-9651-EC7D7A55CA4E}">
      <dgm:prSet/>
      <dgm:spPr/>
      <dgm:t>
        <a:bodyPr/>
        <a:lstStyle/>
        <a:p>
          <a:endParaRPr lang="en-US"/>
        </a:p>
      </dgm:t>
    </dgm:pt>
    <dgm:pt modelId="{BA8795AD-395C-4B98-B344-51A91236C372}">
      <dgm:prSet/>
      <dgm:spPr/>
      <dgm:t>
        <a:bodyPr/>
        <a:lstStyle/>
        <a:p>
          <a:r>
            <a:rPr lang="en-ID"/>
            <a:t>Scan kembali file yang sudah di-</a:t>
          </a:r>
          <a:r>
            <a:rPr lang="en-ID" i="1"/>
            <a:t>pack</a:t>
          </a:r>
          <a:r>
            <a:rPr lang="en-ID"/>
            <a:t>. Bandingkan hasilnya.</a:t>
          </a:r>
          <a:endParaRPr lang="en-US"/>
        </a:p>
      </dgm:t>
    </dgm:pt>
    <dgm:pt modelId="{900A91F3-6869-4B4A-B31F-26BF4E9B4399}" type="parTrans" cxnId="{21932CFC-68DE-457B-AC8E-994E065D2BF6}">
      <dgm:prSet/>
      <dgm:spPr/>
      <dgm:t>
        <a:bodyPr/>
        <a:lstStyle/>
        <a:p>
          <a:endParaRPr lang="en-US"/>
        </a:p>
      </dgm:t>
    </dgm:pt>
    <dgm:pt modelId="{73F992A4-6BE6-4A8B-8C6D-9C0CE2F19D8B}" type="sibTrans" cxnId="{21932CFC-68DE-457B-AC8E-994E065D2BF6}">
      <dgm:prSet/>
      <dgm:spPr/>
      <dgm:t>
        <a:bodyPr/>
        <a:lstStyle/>
        <a:p>
          <a:endParaRPr lang="en-US"/>
        </a:p>
      </dgm:t>
    </dgm:pt>
    <dgm:pt modelId="{0CF8FD87-DB5E-4C8D-9295-FD0C471E25E6}">
      <dgm:prSet/>
      <dgm:spPr/>
      <dgm:t>
        <a:bodyPr/>
        <a:lstStyle/>
        <a:p>
          <a:r>
            <a:rPr lang="en-ID" b="1"/>
            <a:t>Penting:</a:t>
          </a:r>
          <a:r>
            <a:rPr lang="en-ID"/>
            <a:t> Lakukan di lingkungan yang terisolasi (sandbox/VM yang tidak terhubung ke jaringan utama).</a:t>
          </a:r>
          <a:endParaRPr lang="en-US"/>
        </a:p>
      </dgm:t>
    </dgm:pt>
    <dgm:pt modelId="{6E3C1417-9BBC-420D-8FBC-F6CC19FCA0D0}" type="parTrans" cxnId="{CC9F7168-C763-4075-9F09-EAECB31DD65C}">
      <dgm:prSet/>
      <dgm:spPr/>
      <dgm:t>
        <a:bodyPr/>
        <a:lstStyle/>
        <a:p>
          <a:endParaRPr lang="en-US"/>
        </a:p>
      </dgm:t>
    </dgm:pt>
    <dgm:pt modelId="{B4B933F2-C74E-43EC-AED7-171F60D1453B}" type="sibTrans" cxnId="{CC9F7168-C763-4075-9F09-EAECB31DD65C}">
      <dgm:prSet/>
      <dgm:spPr/>
      <dgm:t>
        <a:bodyPr/>
        <a:lstStyle/>
        <a:p>
          <a:endParaRPr lang="en-US"/>
        </a:p>
      </dgm:t>
    </dgm:pt>
    <dgm:pt modelId="{989699FA-953F-48C9-83FB-52151941D863}" type="pres">
      <dgm:prSet presAssocID="{91C97EBC-3FCF-4A7F-80D2-9B35C2E4D637}" presName="linear" presStyleCnt="0">
        <dgm:presLayoutVars>
          <dgm:animLvl val="lvl"/>
          <dgm:resizeHandles val="exact"/>
        </dgm:presLayoutVars>
      </dgm:prSet>
      <dgm:spPr/>
    </dgm:pt>
    <dgm:pt modelId="{F95F5C1B-4BDA-4E0D-BAD6-64CABBA37629}" type="pres">
      <dgm:prSet presAssocID="{ED334110-1EC9-4BFB-98F5-DF79A2B17E5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50928B7-6110-44FF-8B62-9B508F9A81F1}" type="pres">
      <dgm:prSet presAssocID="{1B7BE7B4-6C16-4929-9A14-16E87416F0C8}" presName="spacer" presStyleCnt="0"/>
      <dgm:spPr/>
    </dgm:pt>
    <dgm:pt modelId="{47BB4BCD-DDEC-4A62-AD02-A18196502BA3}" type="pres">
      <dgm:prSet presAssocID="{8C4D8BEC-E774-4F13-9180-F7ECD2F8A90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CB8A31-ADF3-486C-86AC-3C707A0A4454}" type="pres">
      <dgm:prSet presAssocID="{C7A91055-A496-4AB7-995C-D0592610E451}" presName="spacer" presStyleCnt="0"/>
      <dgm:spPr/>
    </dgm:pt>
    <dgm:pt modelId="{7DB8C534-AF09-4385-A589-88E516D723E4}" type="pres">
      <dgm:prSet presAssocID="{5B2F45AD-5D12-41A0-8E38-FEC59798B42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E383F8D-217E-4420-934E-C3C2CC5E14E0}" type="pres">
      <dgm:prSet presAssocID="{5B2F45AD-5D12-41A0-8E38-FEC59798B423}" presName="childText" presStyleLbl="revTx" presStyleIdx="0" presStyleCnt="1">
        <dgm:presLayoutVars>
          <dgm:bulletEnabled val="1"/>
        </dgm:presLayoutVars>
      </dgm:prSet>
      <dgm:spPr/>
    </dgm:pt>
    <dgm:pt modelId="{E2EC1690-445F-4E27-AE8D-E824192B58DC}" type="pres">
      <dgm:prSet presAssocID="{0CF8FD87-DB5E-4C8D-9295-FD0C471E25E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2DFA90C-349F-4C5E-9635-0B6EC2E5BE2B}" srcId="{5B2F45AD-5D12-41A0-8E38-FEC59798B423}" destId="{CD4CFC32-0875-4F88-87D9-79724E87D8FC}" srcOrd="1" destOrd="0" parTransId="{1FE04E9A-E165-42D2-B907-696645C0F71C}" sibTransId="{D1FA492C-06EA-4A7B-BE03-B47893017241}"/>
    <dgm:cxn modelId="{FA2C9B10-9FCB-4889-804E-F8B6AEBFA5E2}" type="presOf" srcId="{335D1BCD-B536-4136-A7A5-2206D73A0DCC}" destId="{EE383F8D-217E-4420-934E-C3C2CC5E14E0}" srcOrd="0" destOrd="2" presId="urn:microsoft.com/office/officeart/2005/8/layout/vList2"/>
    <dgm:cxn modelId="{F547DE10-8659-49D0-A9C4-F5875FB63FDA}" type="presOf" srcId="{5B2F45AD-5D12-41A0-8E38-FEC59798B423}" destId="{7DB8C534-AF09-4385-A589-88E516D723E4}" srcOrd="0" destOrd="0" presId="urn:microsoft.com/office/officeart/2005/8/layout/vList2"/>
    <dgm:cxn modelId="{EDA48A19-1341-48FB-BE10-926C5784BA80}" type="presOf" srcId="{8C4D8BEC-E774-4F13-9180-F7ECD2F8A902}" destId="{47BB4BCD-DDEC-4A62-AD02-A18196502BA3}" srcOrd="0" destOrd="0" presId="urn:microsoft.com/office/officeart/2005/8/layout/vList2"/>
    <dgm:cxn modelId="{038D3228-2E07-4ECA-9590-C43C9A07B579}" srcId="{5B2F45AD-5D12-41A0-8E38-FEC59798B423}" destId="{693C104C-5BDA-4722-A185-400F61261421}" srcOrd="0" destOrd="0" parTransId="{15ACEA4D-D05F-495A-9CC2-79BE73A759A4}" sibTransId="{AB4FC8F9-FEEC-4F5C-96E3-3428F1A4C3C6}"/>
    <dgm:cxn modelId="{38DBFF31-B900-421C-B290-48D80353944E}" type="presOf" srcId="{91C97EBC-3FCF-4A7F-80D2-9B35C2E4D637}" destId="{989699FA-953F-48C9-83FB-52151941D863}" srcOrd="0" destOrd="0" presId="urn:microsoft.com/office/officeart/2005/8/layout/vList2"/>
    <dgm:cxn modelId="{3498013C-0C83-426A-85D7-ED85773E255D}" srcId="{91C97EBC-3FCF-4A7F-80D2-9B35C2E4D637}" destId="{5B2F45AD-5D12-41A0-8E38-FEC59798B423}" srcOrd="2" destOrd="0" parTransId="{B7FEA686-E591-45F2-88E5-18DBA13E5D02}" sibTransId="{7F85FE1D-07D3-440E-A133-324D96A748E6}"/>
    <dgm:cxn modelId="{F9226447-0261-486F-BE27-35719EFD178B}" type="presOf" srcId="{ED334110-1EC9-4BFB-98F5-DF79A2B17E57}" destId="{F95F5C1B-4BDA-4E0D-BAD6-64CABBA37629}" srcOrd="0" destOrd="0" presId="urn:microsoft.com/office/officeart/2005/8/layout/vList2"/>
    <dgm:cxn modelId="{CC9F7168-C763-4075-9F09-EAECB31DD65C}" srcId="{91C97EBC-3FCF-4A7F-80D2-9B35C2E4D637}" destId="{0CF8FD87-DB5E-4C8D-9295-FD0C471E25E6}" srcOrd="3" destOrd="0" parTransId="{6E3C1417-9BBC-420D-8FBC-F6CC19FCA0D0}" sibTransId="{B4B933F2-C74E-43EC-AED7-171F60D1453B}"/>
    <dgm:cxn modelId="{63B9366F-A2D1-4D16-9724-9A1FE05809FC}" srcId="{91C97EBC-3FCF-4A7F-80D2-9B35C2E4D637}" destId="{ED334110-1EC9-4BFB-98F5-DF79A2B17E57}" srcOrd="0" destOrd="0" parTransId="{43485D1B-344C-4CFE-84F2-80C17B749219}" sibTransId="{1B7BE7B4-6C16-4929-9A14-16E87416F0C8}"/>
    <dgm:cxn modelId="{BBCDB071-FCC6-4801-9D79-DA983164C497}" type="presOf" srcId="{CD4CFC32-0875-4F88-87D9-79724E87D8FC}" destId="{EE383F8D-217E-4420-934E-C3C2CC5E14E0}" srcOrd="0" destOrd="1" presId="urn:microsoft.com/office/officeart/2005/8/layout/vList2"/>
    <dgm:cxn modelId="{3142AF73-A511-4CF0-9651-EC7D7A55CA4E}" srcId="{5B2F45AD-5D12-41A0-8E38-FEC59798B423}" destId="{335D1BCD-B536-4136-A7A5-2206D73A0DCC}" srcOrd="2" destOrd="0" parTransId="{664D1CDC-E089-44B9-A91E-5EA0C1617EFC}" sibTransId="{3E02A480-C45A-45E6-858B-12A957A43D70}"/>
    <dgm:cxn modelId="{187C69CC-204A-4142-915D-7075ACBBCBC8}" type="presOf" srcId="{693C104C-5BDA-4722-A185-400F61261421}" destId="{EE383F8D-217E-4420-934E-C3C2CC5E14E0}" srcOrd="0" destOrd="0" presId="urn:microsoft.com/office/officeart/2005/8/layout/vList2"/>
    <dgm:cxn modelId="{B2AD12D8-EB32-47BF-A7D9-D96D89B6B12C}" type="presOf" srcId="{BA8795AD-395C-4B98-B344-51A91236C372}" destId="{EE383F8D-217E-4420-934E-C3C2CC5E14E0}" srcOrd="0" destOrd="3" presId="urn:microsoft.com/office/officeart/2005/8/layout/vList2"/>
    <dgm:cxn modelId="{4A1FF1D8-0F59-4FC0-8CBB-10D6D2DE15E0}" srcId="{91C97EBC-3FCF-4A7F-80D2-9B35C2E4D637}" destId="{8C4D8BEC-E774-4F13-9180-F7ECD2F8A902}" srcOrd="1" destOrd="0" parTransId="{FE42293E-7F39-4A1D-AE8B-10142CC0BC50}" sibTransId="{C7A91055-A496-4AB7-995C-D0592610E451}"/>
    <dgm:cxn modelId="{D6304CF7-C2A2-4A83-B337-AC2A99F73227}" type="presOf" srcId="{0CF8FD87-DB5E-4C8D-9295-FD0C471E25E6}" destId="{E2EC1690-445F-4E27-AE8D-E824192B58DC}" srcOrd="0" destOrd="0" presId="urn:microsoft.com/office/officeart/2005/8/layout/vList2"/>
    <dgm:cxn modelId="{21932CFC-68DE-457B-AC8E-994E065D2BF6}" srcId="{5B2F45AD-5D12-41A0-8E38-FEC59798B423}" destId="{BA8795AD-395C-4B98-B344-51A91236C372}" srcOrd="3" destOrd="0" parTransId="{900A91F3-6869-4B4A-B31F-26BF4E9B4399}" sibTransId="{73F992A4-6BE6-4A8B-8C6D-9C0CE2F19D8B}"/>
    <dgm:cxn modelId="{C5C57F89-9ADB-4029-821C-97CBF63098FF}" type="presParOf" srcId="{989699FA-953F-48C9-83FB-52151941D863}" destId="{F95F5C1B-4BDA-4E0D-BAD6-64CABBA37629}" srcOrd="0" destOrd="0" presId="urn:microsoft.com/office/officeart/2005/8/layout/vList2"/>
    <dgm:cxn modelId="{EBC40AEC-45CE-4353-A110-C7A16E0413AC}" type="presParOf" srcId="{989699FA-953F-48C9-83FB-52151941D863}" destId="{250928B7-6110-44FF-8B62-9B508F9A81F1}" srcOrd="1" destOrd="0" presId="urn:microsoft.com/office/officeart/2005/8/layout/vList2"/>
    <dgm:cxn modelId="{35D12F8F-ECDC-4088-83BC-F575F8E2A7DF}" type="presParOf" srcId="{989699FA-953F-48C9-83FB-52151941D863}" destId="{47BB4BCD-DDEC-4A62-AD02-A18196502BA3}" srcOrd="2" destOrd="0" presId="urn:microsoft.com/office/officeart/2005/8/layout/vList2"/>
    <dgm:cxn modelId="{0115647F-3E0E-462A-842F-BBA77F36D152}" type="presParOf" srcId="{989699FA-953F-48C9-83FB-52151941D863}" destId="{C6CB8A31-ADF3-486C-86AC-3C707A0A4454}" srcOrd="3" destOrd="0" presId="urn:microsoft.com/office/officeart/2005/8/layout/vList2"/>
    <dgm:cxn modelId="{33F92E2F-D2DD-4055-9157-FE410BC44DC4}" type="presParOf" srcId="{989699FA-953F-48C9-83FB-52151941D863}" destId="{7DB8C534-AF09-4385-A589-88E516D723E4}" srcOrd="4" destOrd="0" presId="urn:microsoft.com/office/officeart/2005/8/layout/vList2"/>
    <dgm:cxn modelId="{71651F23-9DD1-4DB7-B7C8-603CDAD7E127}" type="presParOf" srcId="{989699FA-953F-48C9-83FB-52151941D863}" destId="{EE383F8D-217E-4420-934E-C3C2CC5E14E0}" srcOrd="5" destOrd="0" presId="urn:microsoft.com/office/officeart/2005/8/layout/vList2"/>
    <dgm:cxn modelId="{11CDC779-1A98-42C5-BDB2-D87A7DA2A5EA}" type="presParOf" srcId="{989699FA-953F-48C9-83FB-52151941D863}" destId="{E2EC1690-445F-4E27-AE8D-E824192B58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C47BC14-3A71-48AF-8B06-268A9F4D221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6849424-36A4-4948-9282-04F38770B2DE}">
      <dgm:prSet/>
      <dgm:spPr/>
      <dgm:t>
        <a:bodyPr/>
        <a:lstStyle/>
        <a:p>
          <a:r>
            <a:rPr lang="en-ID" b="1"/>
            <a:t>Ringkasan:</a:t>
          </a:r>
          <a:endParaRPr lang="en-US"/>
        </a:p>
      </dgm:t>
    </dgm:pt>
    <dgm:pt modelId="{E503C347-AFE8-4418-9DE7-BF5A9B4A1DEF}" type="parTrans" cxnId="{44C3554C-13D0-4D1B-A1B6-8170C1103BE1}">
      <dgm:prSet/>
      <dgm:spPr/>
      <dgm:t>
        <a:bodyPr/>
        <a:lstStyle/>
        <a:p>
          <a:endParaRPr lang="en-US"/>
        </a:p>
      </dgm:t>
    </dgm:pt>
    <dgm:pt modelId="{D0F7EEDC-D8CF-40AB-9E99-F2CC0F1792E3}" type="sibTrans" cxnId="{44C3554C-13D0-4D1B-A1B6-8170C1103BE1}">
      <dgm:prSet/>
      <dgm:spPr/>
      <dgm:t>
        <a:bodyPr/>
        <a:lstStyle/>
        <a:p>
          <a:endParaRPr lang="en-US"/>
        </a:p>
      </dgm:t>
    </dgm:pt>
    <dgm:pt modelId="{914BCBAB-1AC9-4D20-B6A8-70F77B092BBF}">
      <dgm:prSet/>
      <dgm:spPr/>
      <dgm:t>
        <a:bodyPr/>
        <a:lstStyle/>
        <a:p>
          <a:r>
            <a:rPr lang="en-ID"/>
            <a:t>Cara kerja IDS dan teknik untuk menghindarinya (obfuscation, low-and-slow).</a:t>
          </a:r>
          <a:endParaRPr lang="en-US"/>
        </a:p>
      </dgm:t>
    </dgm:pt>
    <dgm:pt modelId="{ED932250-971E-4586-A7E8-A181C1ECEB10}" type="parTrans" cxnId="{EA8EE454-2F02-468C-945F-2546E65BE21F}">
      <dgm:prSet/>
      <dgm:spPr/>
      <dgm:t>
        <a:bodyPr/>
        <a:lstStyle/>
        <a:p>
          <a:endParaRPr lang="en-US"/>
        </a:p>
      </dgm:t>
    </dgm:pt>
    <dgm:pt modelId="{748ED57D-2383-41E6-9FB3-14691DE0B6E3}" type="sibTrans" cxnId="{EA8EE454-2F02-468C-945F-2546E65BE21F}">
      <dgm:prSet/>
      <dgm:spPr/>
      <dgm:t>
        <a:bodyPr/>
        <a:lstStyle/>
        <a:p>
          <a:endParaRPr lang="en-US"/>
        </a:p>
      </dgm:t>
    </dgm:pt>
    <dgm:pt modelId="{B2F7E178-8861-4E48-8B35-9488AEC80723}">
      <dgm:prSet/>
      <dgm:spPr/>
      <dgm:t>
        <a:bodyPr/>
        <a:lstStyle/>
        <a:p>
          <a:r>
            <a:rPr lang="en-ID"/>
            <a:t>Konsep dan implementasi praktis tunneling (khususnya SSH).</a:t>
          </a:r>
          <a:endParaRPr lang="en-US"/>
        </a:p>
      </dgm:t>
    </dgm:pt>
    <dgm:pt modelId="{FD474D39-D067-4EEE-BA47-D00697E16552}" type="parTrans" cxnId="{082D9621-6901-4F18-AB98-99D89EF0165D}">
      <dgm:prSet/>
      <dgm:spPr/>
      <dgm:t>
        <a:bodyPr/>
        <a:lstStyle/>
        <a:p>
          <a:endParaRPr lang="en-US"/>
        </a:p>
      </dgm:t>
    </dgm:pt>
    <dgm:pt modelId="{9EC16718-1F9E-4382-8575-E10C0BB8FB8C}" type="sibTrans" cxnId="{082D9621-6901-4F18-AB98-99D89EF0165D}">
      <dgm:prSet/>
      <dgm:spPr/>
      <dgm:t>
        <a:bodyPr/>
        <a:lstStyle/>
        <a:p>
          <a:endParaRPr lang="en-US"/>
        </a:p>
      </dgm:t>
    </dgm:pt>
    <dgm:pt modelId="{9529E5F7-E075-4500-A222-A39489430450}">
      <dgm:prSet/>
      <dgm:spPr/>
      <dgm:t>
        <a:bodyPr/>
        <a:lstStyle/>
        <a:p>
          <a:r>
            <a:rPr lang="en-ID"/>
            <a:t>Berbagai cara untuk mengelabui Antivirus, dari packing hingga LotL.</a:t>
          </a:r>
          <a:endParaRPr lang="en-US"/>
        </a:p>
      </dgm:t>
    </dgm:pt>
    <dgm:pt modelId="{A6AB48CD-4835-4608-92EF-E2071C96620C}" type="parTrans" cxnId="{C13C1489-D828-4C2D-B7CF-C0660F60C1A4}">
      <dgm:prSet/>
      <dgm:spPr/>
      <dgm:t>
        <a:bodyPr/>
        <a:lstStyle/>
        <a:p>
          <a:endParaRPr lang="en-US"/>
        </a:p>
      </dgm:t>
    </dgm:pt>
    <dgm:pt modelId="{F7E0DF98-6557-49BA-B199-F539A210AC85}" type="sibTrans" cxnId="{C13C1489-D828-4C2D-B7CF-C0660F60C1A4}">
      <dgm:prSet/>
      <dgm:spPr/>
      <dgm:t>
        <a:bodyPr/>
        <a:lstStyle/>
        <a:p>
          <a:endParaRPr lang="en-US"/>
        </a:p>
      </dgm:t>
    </dgm:pt>
    <dgm:pt modelId="{5FC078EC-3B0D-4728-86CE-8B5386F73D3F}">
      <dgm:prSet/>
      <dgm:spPr/>
      <dgm:t>
        <a:bodyPr/>
        <a:lstStyle/>
        <a:p>
          <a:r>
            <a:rPr lang="en-ID" b="1"/>
            <a:t>Sesi Tanya Jawab</a:t>
          </a:r>
          <a:endParaRPr lang="en-US"/>
        </a:p>
      </dgm:t>
    </dgm:pt>
    <dgm:pt modelId="{7CDB1502-76DE-4748-9D85-88AD5F6BC607}" type="parTrans" cxnId="{4BBDE414-49C8-487C-925B-DF9AE18E3B8F}">
      <dgm:prSet/>
      <dgm:spPr/>
      <dgm:t>
        <a:bodyPr/>
        <a:lstStyle/>
        <a:p>
          <a:endParaRPr lang="en-US"/>
        </a:p>
      </dgm:t>
    </dgm:pt>
    <dgm:pt modelId="{3AB3201F-5AEB-40C6-9B73-A0A38482E0EE}" type="sibTrans" cxnId="{4BBDE414-49C8-487C-925B-DF9AE18E3B8F}">
      <dgm:prSet/>
      <dgm:spPr/>
      <dgm:t>
        <a:bodyPr/>
        <a:lstStyle/>
        <a:p>
          <a:endParaRPr lang="en-US"/>
        </a:p>
      </dgm:t>
    </dgm:pt>
    <dgm:pt modelId="{685052CA-AA4F-4E31-AF92-C1F62F92B77A}" type="pres">
      <dgm:prSet presAssocID="{7C47BC14-3A71-48AF-8B06-268A9F4D2216}" presName="linear" presStyleCnt="0">
        <dgm:presLayoutVars>
          <dgm:animLvl val="lvl"/>
          <dgm:resizeHandles val="exact"/>
        </dgm:presLayoutVars>
      </dgm:prSet>
      <dgm:spPr/>
    </dgm:pt>
    <dgm:pt modelId="{F9D96EC7-F686-46AB-98C6-63CD4008C10D}" type="pres">
      <dgm:prSet presAssocID="{C6849424-36A4-4948-9282-04F38770B2D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9CBD0E-261C-478B-9C2C-AD9AC459C8BC}" type="pres">
      <dgm:prSet presAssocID="{C6849424-36A4-4948-9282-04F38770B2DE}" presName="childText" presStyleLbl="revTx" presStyleIdx="0" presStyleCnt="1">
        <dgm:presLayoutVars>
          <dgm:bulletEnabled val="1"/>
        </dgm:presLayoutVars>
      </dgm:prSet>
      <dgm:spPr/>
    </dgm:pt>
    <dgm:pt modelId="{6DE24016-69EA-4458-90DB-9EFD42418F46}" type="pres">
      <dgm:prSet presAssocID="{5FC078EC-3B0D-4728-86CE-8B5386F73D3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715A502-1939-4A48-A487-7B279190431C}" type="presOf" srcId="{7C47BC14-3A71-48AF-8B06-268A9F4D2216}" destId="{685052CA-AA4F-4E31-AF92-C1F62F92B77A}" srcOrd="0" destOrd="0" presId="urn:microsoft.com/office/officeart/2005/8/layout/vList2"/>
    <dgm:cxn modelId="{4BBDE414-49C8-487C-925B-DF9AE18E3B8F}" srcId="{7C47BC14-3A71-48AF-8B06-268A9F4D2216}" destId="{5FC078EC-3B0D-4728-86CE-8B5386F73D3F}" srcOrd="1" destOrd="0" parTransId="{7CDB1502-76DE-4748-9D85-88AD5F6BC607}" sibTransId="{3AB3201F-5AEB-40C6-9B73-A0A38482E0EE}"/>
    <dgm:cxn modelId="{082D9621-6901-4F18-AB98-99D89EF0165D}" srcId="{C6849424-36A4-4948-9282-04F38770B2DE}" destId="{B2F7E178-8861-4E48-8B35-9488AEC80723}" srcOrd="1" destOrd="0" parTransId="{FD474D39-D067-4EEE-BA47-D00697E16552}" sibTransId="{9EC16718-1F9E-4382-8575-E10C0BB8FB8C}"/>
    <dgm:cxn modelId="{E81EDB35-0ED5-48B8-9B81-B98F8A74B39E}" type="presOf" srcId="{5FC078EC-3B0D-4728-86CE-8B5386F73D3F}" destId="{6DE24016-69EA-4458-90DB-9EFD42418F46}" srcOrd="0" destOrd="0" presId="urn:microsoft.com/office/officeart/2005/8/layout/vList2"/>
    <dgm:cxn modelId="{44C3554C-13D0-4D1B-A1B6-8170C1103BE1}" srcId="{7C47BC14-3A71-48AF-8B06-268A9F4D2216}" destId="{C6849424-36A4-4948-9282-04F38770B2DE}" srcOrd="0" destOrd="0" parTransId="{E503C347-AFE8-4418-9DE7-BF5A9B4A1DEF}" sibTransId="{D0F7EEDC-D8CF-40AB-9E99-F2CC0F1792E3}"/>
    <dgm:cxn modelId="{2F0CBE72-B6CC-4E46-B0FA-CA0A691F8173}" type="presOf" srcId="{914BCBAB-1AC9-4D20-B6A8-70F77B092BBF}" destId="{059CBD0E-261C-478B-9C2C-AD9AC459C8BC}" srcOrd="0" destOrd="0" presId="urn:microsoft.com/office/officeart/2005/8/layout/vList2"/>
    <dgm:cxn modelId="{EA8EE454-2F02-468C-945F-2546E65BE21F}" srcId="{C6849424-36A4-4948-9282-04F38770B2DE}" destId="{914BCBAB-1AC9-4D20-B6A8-70F77B092BBF}" srcOrd="0" destOrd="0" parTransId="{ED932250-971E-4586-A7E8-A181C1ECEB10}" sibTransId="{748ED57D-2383-41E6-9FB3-14691DE0B6E3}"/>
    <dgm:cxn modelId="{C13C1489-D828-4C2D-B7CF-C0660F60C1A4}" srcId="{C6849424-36A4-4948-9282-04F38770B2DE}" destId="{9529E5F7-E075-4500-A222-A39489430450}" srcOrd="2" destOrd="0" parTransId="{A6AB48CD-4835-4608-92EF-E2071C96620C}" sibTransId="{F7E0DF98-6557-49BA-B199-F539A210AC85}"/>
    <dgm:cxn modelId="{740E22B9-E637-4F98-B2F8-0B85DCA9D9D1}" type="presOf" srcId="{C6849424-36A4-4948-9282-04F38770B2DE}" destId="{F9D96EC7-F686-46AB-98C6-63CD4008C10D}" srcOrd="0" destOrd="0" presId="urn:microsoft.com/office/officeart/2005/8/layout/vList2"/>
    <dgm:cxn modelId="{0215D9BF-9B88-439E-846E-8939E61264D5}" type="presOf" srcId="{B2F7E178-8861-4E48-8B35-9488AEC80723}" destId="{059CBD0E-261C-478B-9C2C-AD9AC459C8BC}" srcOrd="0" destOrd="1" presId="urn:microsoft.com/office/officeart/2005/8/layout/vList2"/>
    <dgm:cxn modelId="{B44FE1FE-C397-449B-9DB4-C13F093C8A51}" type="presOf" srcId="{9529E5F7-E075-4500-A222-A39489430450}" destId="{059CBD0E-261C-478B-9C2C-AD9AC459C8BC}" srcOrd="0" destOrd="2" presId="urn:microsoft.com/office/officeart/2005/8/layout/vList2"/>
    <dgm:cxn modelId="{71FBECB4-17F2-4E48-8D93-F8DBD5DC6688}" type="presParOf" srcId="{685052CA-AA4F-4E31-AF92-C1F62F92B77A}" destId="{F9D96EC7-F686-46AB-98C6-63CD4008C10D}" srcOrd="0" destOrd="0" presId="urn:microsoft.com/office/officeart/2005/8/layout/vList2"/>
    <dgm:cxn modelId="{5801CB66-3398-4A72-87F8-ED9208DEC771}" type="presParOf" srcId="{685052CA-AA4F-4E31-AF92-C1F62F92B77A}" destId="{059CBD0E-261C-478B-9C2C-AD9AC459C8BC}" srcOrd="1" destOrd="0" presId="urn:microsoft.com/office/officeart/2005/8/layout/vList2"/>
    <dgm:cxn modelId="{1D9EB8BE-FED5-4CE3-890D-B9281D2BA78D}" type="presParOf" srcId="{685052CA-AA4F-4E31-AF92-C1F62F92B77A}" destId="{6DE24016-69EA-4458-90DB-9EFD42418F4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3F0AF5C-920E-4ADB-BE50-F775C02A99E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7D46E53-9D12-48E3-B496-22F355669187}">
      <dgm:prSet/>
      <dgm:spPr/>
      <dgm:t>
        <a:bodyPr/>
        <a:lstStyle/>
        <a:p>
          <a:r>
            <a:rPr lang="en-ID" b="1"/>
            <a:t>Hari Ketiga akan fokus pada:</a:t>
          </a:r>
          <a:endParaRPr lang="en-US"/>
        </a:p>
      </dgm:t>
    </dgm:pt>
    <dgm:pt modelId="{2DABF35D-7B07-425B-8DA3-3CE711450C08}" type="parTrans" cxnId="{CC0FCA4A-7ED1-4377-AC14-BB83AF4FDF4F}">
      <dgm:prSet/>
      <dgm:spPr/>
      <dgm:t>
        <a:bodyPr/>
        <a:lstStyle/>
        <a:p>
          <a:endParaRPr lang="en-US"/>
        </a:p>
      </dgm:t>
    </dgm:pt>
    <dgm:pt modelId="{3944C274-BB8A-44A8-9E75-93C15FEA9C7A}" type="sibTrans" cxnId="{CC0FCA4A-7ED1-4377-AC14-BB83AF4FDF4F}">
      <dgm:prSet/>
      <dgm:spPr/>
      <dgm:t>
        <a:bodyPr/>
        <a:lstStyle/>
        <a:p>
          <a:endParaRPr lang="en-US"/>
        </a:p>
      </dgm:t>
    </dgm:pt>
    <dgm:pt modelId="{6D5EF331-7087-4BED-84B0-9BE3E014A245}">
      <dgm:prSet/>
      <dgm:spPr/>
      <dgm:t>
        <a:bodyPr/>
        <a:lstStyle/>
        <a:p>
          <a:r>
            <a:rPr lang="en-ID" b="1"/>
            <a:t>Module 7:</a:t>
          </a:r>
          <a:r>
            <a:rPr lang="en-ID"/>
            <a:t> Firewall, IDS Rules, dan Patch Management.</a:t>
          </a:r>
          <a:endParaRPr lang="en-US"/>
        </a:p>
      </dgm:t>
    </dgm:pt>
    <dgm:pt modelId="{0BCAB886-AF17-4A3D-BB59-1D7E5930F8E1}" type="parTrans" cxnId="{D12FC507-64A5-4B96-BA93-4EEBB517D549}">
      <dgm:prSet/>
      <dgm:spPr/>
      <dgm:t>
        <a:bodyPr/>
        <a:lstStyle/>
        <a:p>
          <a:endParaRPr lang="en-US"/>
        </a:p>
      </dgm:t>
    </dgm:pt>
    <dgm:pt modelId="{B0E47ED1-D964-4E44-AB76-059D3D1DFAA5}" type="sibTrans" cxnId="{D12FC507-64A5-4B96-BA93-4EEBB517D549}">
      <dgm:prSet/>
      <dgm:spPr/>
      <dgm:t>
        <a:bodyPr/>
        <a:lstStyle/>
        <a:p>
          <a:endParaRPr lang="en-US"/>
        </a:p>
      </dgm:t>
    </dgm:pt>
    <dgm:pt modelId="{ED97CFCD-EB70-427D-83CD-85876553EB1D}">
      <dgm:prSet/>
      <dgm:spPr/>
      <dgm:t>
        <a:bodyPr/>
        <a:lstStyle/>
        <a:p>
          <a:r>
            <a:rPr lang="en-ID" b="1"/>
            <a:t>Best Practices:</a:t>
          </a:r>
          <a:r>
            <a:rPr lang="en-ID"/>
            <a:t> Cara mengkonfigurasi aturan dengan benar dan efektif.</a:t>
          </a:r>
          <a:endParaRPr lang="en-US"/>
        </a:p>
      </dgm:t>
    </dgm:pt>
    <dgm:pt modelId="{BD2FCCC3-F0DD-4D49-B3F1-25CAB8E195DA}" type="parTrans" cxnId="{30DC405F-8C79-4FB0-8AA7-7B7687002B9F}">
      <dgm:prSet/>
      <dgm:spPr/>
      <dgm:t>
        <a:bodyPr/>
        <a:lstStyle/>
        <a:p>
          <a:endParaRPr lang="en-US"/>
        </a:p>
      </dgm:t>
    </dgm:pt>
    <dgm:pt modelId="{75EB9ED5-4E6F-4E7C-8EAC-1825D512B688}" type="sibTrans" cxnId="{30DC405F-8C79-4FB0-8AA7-7B7687002B9F}">
      <dgm:prSet/>
      <dgm:spPr/>
      <dgm:t>
        <a:bodyPr/>
        <a:lstStyle/>
        <a:p>
          <a:endParaRPr lang="en-US"/>
        </a:p>
      </dgm:t>
    </dgm:pt>
    <dgm:pt modelId="{BD5624D8-9D17-4659-B148-D98D3FA39C9B}">
      <dgm:prSet/>
      <dgm:spPr/>
      <dgm:t>
        <a:bodyPr/>
        <a:lstStyle/>
        <a:p>
          <a:r>
            <a:rPr lang="en-ID" b="1"/>
            <a:t>Strategi Pertahanan Holistik:</a:t>
          </a:r>
          <a:r>
            <a:rPr lang="en-ID"/>
            <a:t> Mengintegrasikan semua komponen keamanan.</a:t>
          </a:r>
          <a:endParaRPr lang="en-US"/>
        </a:p>
      </dgm:t>
    </dgm:pt>
    <dgm:pt modelId="{DC33F46C-BFA2-4F67-BC7E-39ACA08F55C7}" type="parTrans" cxnId="{E503C80F-9ABB-443E-861D-F0357D41F991}">
      <dgm:prSet/>
      <dgm:spPr/>
      <dgm:t>
        <a:bodyPr/>
        <a:lstStyle/>
        <a:p>
          <a:endParaRPr lang="en-US"/>
        </a:p>
      </dgm:t>
    </dgm:pt>
    <dgm:pt modelId="{2A3F68A7-697E-4548-8AFB-54685C3D64C4}" type="sibTrans" cxnId="{E503C80F-9ABB-443E-861D-F0357D41F991}">
      <dgm:prSet/>
      <dgm:spPr/>
      <dgm:t>
        <a:bodyPr/>
        <a:lstStyle/>
        <a:p>
          <a:endParaRPr lang="en-US"/>
        </a:p>
      </dgm:t>
    </dgm:pt>
    <dgm:pt modelId="{A3D6479F-E57A-4F6B-B264-7FA6CD29911F}">
      <dgm:prSet/>
      <dgm:spPr/>
      <dgm:t>
        <a:bodyPr/>
        <a:lstStyle/>
        <a:p>
          <a:r>
            <a:rPr lang="en-ID" b="1"/>
            <a:t>Final Challenge:</a:t>
          </a:r>
          <a:r>
            <a:rPr lang="en-ID"/>
            <a:t> Skenario "Blue Team vs. Red Team" untuk menerapkan semua yang telah dipelajari.</a:t>
          </a:r>
          <a:endParaRPr lang="en-US"/>
        </a:p>
      </dgm:t>
    </dgm:pt>
    <dgm:pt modelId="{DDD737FB-2BD5-44F3-A811-1E2F78FB9054}" type="parTrans" cxnId="{CB921040-38BB-4D6D-A948-6BE1E90782B2}">
      <dgm:prSet/>
      <dgm:spPr/>
      <dgm:t>
        <a:bodyPr/>
        <a:lstStyle/>
        <a:p>
          <a:endParaRPr lang="en-US"/>
        </a:p>
      </dgm:t>
    </dgm:pt>
    <dgm:pt modelId="{493928C5-F0C9-4B21-A820-B5E5D1FD9893}" type="sibTrans" cxnId="{CB921040-38BB-4D6D-A948-6BE1E90782B2}">
      <dgm:prSet/>
      <dgm:spPr/>
      <dgm:t>
        <a:bodyPr/>
        <a:lstStyle/>
        <a:p>
          <a:endParaRPr lang="en-US"/>
        </a:p>
      </dgm:t>
    </dgm:pt>
    <dgm:pt modelId="{A0581D26-3F86-46BF-9584-43FDF4C0A55D}">
      <dgm:prSet/>
      <dgm:spPr/>
      <dgm:t>
        <a:bodyPr/>
        <a:lstStyle/>
        <a:p>
          <a:r>
            <a:rPr lang="en-ID" b="1"/>
            <a:t>Persiapan:</a:t>
          </a:r>
          <a:r>
            <a:rPr lang="en-ID"/>
            <a:t> Pikirkan strategi pertahanan untuk lingkungan yang telah kita gunakan dalam lab.</a:t>
          </a:r>
          <a:endParaRPr lang="en-US"/>
        </a:p>
      </dgm:t>
    </dgm:pt>
    <dgm:pt modelId="{B26E030A-E422-4379-A9F8-5018619A7BFA}" type="parTrans" cxnId="{506D7B17-CAB6-4970-BD48-807103BFB89E}">
      <dgm:prSet/>
      <dgm:spPr/>
      <dgm:t>
        <a:bodyPr/>
        <a:lstStyle/>
        <a:p>
          <a:endParaRPr lang="en-US"/>
        </a:p>
      </dgm:t>
    </dgm:pt>
    <dgm:pt modelId="{F2A883B6-91A1-4FDA-AF91-FF52D56B5FAF}" type="sibTrans" cxnId="{506D7B17-CAB6-4970-BD48-807103BFB89E}">
      <dgm:prSet/>
      <dgm:spPr/>
      <dgm:t>
        <a:bodyPr/>
        <a:lstStyle/>
        <a:p>
          <a:endParaRPr lang="en-US"/>
        </a:p>
      </dgm:t>
    </dgm:pt>
    <dgm:pt modelId="{72A3D5D8-D8E7-4632-92D1-5747AF5A1BCD}" type="pres">
      <dgm:prSet presAssocID="{43F0AF5C-920E-4ADB-BE50-F775C02A99EB}" presName="linear" presStyleCnt="0">
        <dgm:presLayoutVars>
          <dgm:animLvl val="lvl"/>
          <dgm:resizeHandles val="exact"/>
        </dgm:presLayoutVars>
      </dgm:prSet>
      <dgm:spPr/>
    </dgm:pt>
    <dgm:pt modelId="{0048DC06-4B6F-4C66-B600-8455338D9891}" type="pres">
      <dgm:prSet presAssocID="{D7D46E53-9D12-48E3-B496-22F3556691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69105EB-443A-437A-A584-841DB8413590}" type="pres">
      <dgm:prSet presAssocID="{D7D46E53-9D12-48E3-B496-22F355669187}" presName="childText" presStyleLbl="revTx" presStyleIdx="0" presStyleCnt="1">
        <dgm:presLayoutVars>
          <dgm:bulletEnabled val="1"/>
        </dgm:presLayoutVars>
      </dgm:prSet>
      <dgm:spPr/>
    </dgm:pt>
    <dgm:pt modelId="{615A4101-12DD-4858-8A95-07A7B408ADBD}" type="pres">
      <dgm:prSet presAssocID="{A0581D26-3F86-46BF-9584-43FDF4C0A55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12FC507-64A5-4B96-BA93-4EEBB517D549}" srcId="{D7D46E53-9D12-48E3-B496-22F355669187}" destId="{6D5EF331-7087-4BED-84B0-9BE3E014A245}" srcOrd="0" destOrd="0" parTransId="{0BCAB886-AF17-4A3D-BB59-1D7E5930F8E1}" sibTransId="{B0E47ED1-D964-4E44-AB76-059D3D1DFAA5}"/>
    <dgm:cxn modelId="{F2A8A50E-CAA2-45C5-B124-7423D0648779}" type="presOf" srcId="{A3D6479F-E57A-4F6B-B264-7FA6CD29911F}" destId="{069105EB-443A-437A-A584-841DB8413590}" srcOrd="0" destOrd="3" presId="urn:microsoft.com/office/officeart/2005/8/layout/vList2"/>
    <dgm:cxn modelId="{E503C80F-9ABB-443E-861D-F0357D41F991}" srcId="{D7D46E53-9D12-48E3-B496-22F355669187}" destId="{BD5624D8-9D17-4659-B148-D98D3FA39C9B}" srcOrd="2" destOrd="0" parTransId="{DC33F46C-BFA2-4F67-BC7E-39ACA08F55C7}" sibTransId="{2A3F68A7-697E-4548-8AFB-54685C3D64C4}"/>
    <dgm:cxn modelId="{03A37414-28AF-4191-9C51-F4F33627DA87}" type="presOf" srcId="{A0581D26-3F86-46BF-9584-43FDF4C0A55D}" destId="{615A4101-12DD-4858-8A95-07A7B408ADBD}" srcOrd="0" destOrd="0" presId="urn:microsoft.com/office/officeart/2005/8/layout/vList2"/>
    <dgm:cxn modelId="{506D7B17-CAB6-4970-BD48-807103BFB89E}" srcId="{43F0AF5C-920E-4ADB-BE50-F775C02A99EB}" destId="{A0581D26-3F86-46BF-9584-43FDF4C0A55D}" srcOrd="1" destOrd="0" parTransId="{B26E030A-E422-4379-A9F8-5018619A7BFA}" sibTransId="{F2A883B6-91A1-4FDA-AF91-FF52D56B5FAF}"/>
    <dgm:cxn modelId="{A1F68036-BDCD-4A17-BCD2-A3A5C8E8ECAE}" type="presOf" srcId="{ED97CFCD-EB70-427D-83CD-85876553EB1D}" destId="{069105EB-443A-437A-A584-841DB8413590}" srcOrd="0" destOrd="1" presId="urn:microsoft.com/office/officeart/2005/8/layout/vList2"/>
    <dgm:cxn modelId="{CB921040-38BB-4D6D-A948-6BE1E90782B2}" srcId="{D7D46E53-9D12-48E3-B496-22F355669187}" destId="{A3D6479F-E57A-4F6B-B264-7FA6CD29911F}" srcOrd="3" destOrd="0" parTransId="{DDD737FB-2BD5-44F3-A811-1E2F78FB9054}" sibTransId="{493928C5-F0C9-4B21-A820-B5E5D1FD9893}"/>
    <dgm:cxn modelId="{30DC405F-8C79-4FB0-8AA7-7B7687002B9F}" srcId="{D7D46E53-9D12-48E3-B496-22F355669187}" destId="{ED97CFCD-EB70-427D-83CD-85876553EB1D}" srcOrd="1" destOrd="0" parTransId="{BD2FCCC3-F0DD-4D49-B3F1-25CAB8E195DA}" sibTransId="{75EB9ED5-4E6F-4E7C-8EAC-1825D512B688}"/>
    <dgm:cxn modelId="{CC0FCA4A-7ED1-4377-AC14-BB83AF4FDF4F}" srcId="{43F0AF5C-920E-4ADB-BE50-F775C02A99EB}" destId="{D7D46E53-9D12-48E3-B496-22F355669187}" srcOrd="0" destOrd="0" parTransId="{2DABF35D-7B07-425B-8DA3-3CE711450C08}" sibTransId="{3944C274-BB8A-44A8-9E75-93C15FEA9C7A}"/>
    <dgm:cxn modelId="{1012217D-FBA3-4286-B998-9DAB1B147791}" type="presOf" srcId="{D7D46E53-9D12-48E3-B496-22F355669187}" destId="{0048DC06-4B6F-4C66-B600-8455338D9891}" srcOrd="0" destOrd="0" presId="urn:microsoft.com/office/officeart/2005/8/layout/vList2"/>
    <dgm:cxn modelId="{EA69A69F-F9D4-44F0-9BA4-8238323D3781}" type="presOf" srcId="{43F0AF5C-920E-4ADB-BE50-F775C02A99EB}" destId="{72A3D5D8-D8E7-4632-92D1-5747AF5A1BCD}" srcOrd="0" destOrd="0" presId="urn:microsoft.com/office/officeart/2005/8/layout/vList2"/>
    <dgm:cxn modelId="{B577AAB2-B77F-4568-AE27-EB759571128C}" type="presOf" srcId="{BD5624D8-9D17-4659-B148-D98D3FA39C9B}" destId="{069105EB-443A-437A-A584-841DB8413590}" srcOrd="0" destOrd="2" presId="urn:microsoft.com/office/officeart/2005/8/layout/vList2"/>
    <dgm:cxn modelId="{3BA271F5-0273-4951-B733-FD719F8951BF}" type="presOf" srcId="{6D5EF331-7087-4BED-84B0-9BE3E014A245}" destId="{069105EB-443A-437A-A584-841DB8413590}" srcOrd="0" destOrd="0" presId="urn:microsoft.com/office/officeart/2005/8/layout/vList2"/>
    <dgm:cxn modelId="{9C3AB3E3-887B-40B5-B8F3-2F388FDBD717}" type="presParOf" srcId="{72A3D5D8-D8E7-4632-92D1-5747AF5A1BCD}" destId="{0048DC06-4B6F-4C66-B600-8455338D9891}" srcOrd="0" destOrd="0" presId="urn:microsoft.com/office/officeart/2005/8/layout/vList2"/>
    <dgm:cxn modelId="{EAD577A6-0CB8-4B4F-88E2-7062787F68A0}" type="presParOf" srcId="{72A3D5D8-D8E7-4632-92D1-5747AF5A1BCD}" destId="{069105EB-443A-437A-A584-841DB8413590}" srcOrd="1" destOrd="0" presId="urn:microsoft.com/office/officeart/2005/8/layout/vList2"/>
    <dgm:cxn modelId="{1DE7B34C-2792-401C-8BF2-394D433668CB}" type="presParOf" srcId="{72A3D5D8-D8E7-4632-92D1-5747AF5A1BCD}" destId="{615A4101-12DD-4858-8A95-07A7B408ADB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43BD9-FF2E-4D4E-9828-BF5751A006F0}">
      <dsp:nvSpPr>
        <dsp:cNvPr id="0" name=""/>
        <dsp:cNvSpPr/>
      </dsp:nvSpPr>
      <dsp:spPr>
        <a:xfrm>
          <a:off x="0" y="546709"/>
          <a:ext cx="6666833" cy="179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000" kern="1200"/>
            <a:t>Review Singkat Hari Pertama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000" kern="1200"/>
            <a:t>Module 4: Membobol Windows Intrusion Detection System (IDS)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000" kern="1200"/>
            <a:t>Demo: Teknik Obfuscasi untuk Menghindari IDS</a:t>
          </a:r>
          <a:endParaRPr lang="en-US" sz="2000" kern="1200"/>
        </a:p>
      </dsp:txBody>
      <dsp:txXfrm>
        <a:off x="0" y="546709"/>
        <a:ext cx="6666833" cy="1795500"/>
      </dsp:txXfrm>
    </dsp:sp>
    <dsp:sp modelId="{62AF3C7E-97ED-4AD9-B39B-DDCEE138F61F}">
      <dsp:nvSpPr>
        <dsp:cNvPr id="0" name=""/>
        <dsp:cNvSpPr/>
      </dsp:nvSpPr>
      <dsp:spPr>
        <a:xfrm>
          <a:off x="333341" y="251509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kern="1200"/>
            <a:t>Sesi Pagi</a:t>
          </a:r>
          <a:endParaRPr lang="en-US" sz="2000" kern="1200"/>
        </a:p>
      </dsp:txBody>
      <dsp:txXfrm>
        <a:off x="362162" y="280330"/>
        <a:ext cx="4609141" cy="532758"/>
      </dsp:txXfrm>
    </dsp:sp>
    <dsp:sp modelId="{4726B0E1-5656-4CA7-83E6-35B05871344E}">
      <dsp:nvSpPr>
        <dsp:cNvPr id="0" name=""/>
        <dsp:cNvSpPr/>
      </dsp:nvSpPr>
      <dsp:spPr>
        <a:xfrm>
          <a:off x="0" y="2745409"/>
          <a:ext cx="6666833" cy="245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000" kern="1200"/>
            <a:t>Module 5: Membobol Firewall dengan Teknik Tunneling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000" kern="1200"/>
            <a:t>Praktikum 1: SSH Tunneling &amp; SOCKS Proxy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000" kern="1200"/>
            <a:t>Module 6: Teknik Membobol Antivirus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000" kern="1200"/>
            <a:t>Praktikum 2: Evasi Antivirus Sederhana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000" kern="1200"/>
            <a:t>Q&amp;A dan Ringkasan</a:t>
          </a:r>
          <a:endParaRPr lang="en-US" sz="2000" kern="1200"/>
        </a:p>
      </dsp:txBody>
      <dsp:txXfrm>
        <a:off x="0" y="2745409"/>
        <a:ext cx="6666833" cy="2457000"/>
      </dsp:txXfrm>
    </dsp:sp>
    <dsp:sp modelId="{5E169577-1CD0-47AB-ABAD-161F18DF624E}">
      <dsp:nvSpPr>
        <dsp:cNvPr id="0" name=""/>
        <dsp:cNvSpPr/>
      </dsp:nvSpPr>
      <dsp:spPr>
        <a:xfrm>
          <a:off x="333341" y="2450209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kern="1200"/>
            <a:t>Sesi Sore</a:t>
          </a:r>
          <a:endParaRPr lang="en-US" sz="2000" kern="1200"/>
        </a:p>
      </dsp:txBody>
      <dsp:txXfrm>
        <a:off x="362162" y="2479030"/>
        <a:ext cx="4609141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FFF34-D9DF-41D9-ABDF-C02EF693FEAE}">
      <dsp:nvSpPr>
        <dsp:cNvPr id="0" name=""/>
        <dsp:cNvSpPr/>
      </dsp:nvSpPr>
      <dsp:spPr>
        <a:xfrm>
          <a:off x="0" y="70608"/>
          <a:ext cx="6798539" cy="5896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400" b="1" kern="1200"/>
            <a:t>Hari 1 Fokus pada:</a:t>
          </a:r>
          <a:endParaRPr lang="en-US" sz="2400" kern="1200"/>
        </a:p>
      </dsp:txBody>
      <dsp:txXfrm>
        <a:off x="28786" y="99394"/>
        <a:ext cx="6740967" cy="532107"/>
      </dsp:txXfrm>
    </dsp:sp>
    <dsp:sp modelId="{59498075-9739-4461-B24D-A275F15BFC31}">
      <dsp:nvSpPr>
        <dsp:cNvPr id="0" name=""/>
        <dsp:cNvSpPr/>
      </dsp:nvSpPr>
      <dsp:spPr>
        <a:xfrm>
          <a:off x="0" y="660288"/>
          <a:ext cx="6798539" cy="9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900" b="1" kern="1200"/>
            <a:t>Pemahaman Dasar:</a:t>
          </a:r>
          <a:r>
            <a:rPr lang="en-ID" sz="1900" kern="1200"/>
            <a:t> Firewall vs. IDS.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900" b="1" kern="1200"/>
            <a:t>Target Pertama:</a:t>
          </a:r>
          <a:r>
            <a:rPr lang="en-ID" sz="1900" kern="1200"/>
            <a:t> Windows Firewall (konfigurasi, bypass, penguatan).</a:t>
          </a:r>
          <a:endParaRPr lang="en-US" sz="1900" kern="1200"/>
        </a:p>
      </dsp:txBody>
      <dsp:txXfrm>
        <a:off x="0" y="660288"/>
        <a:ext cx="6798539" cy="919080"/>
      </dsp:txXfrm>
    </dsp:sp>
    <dsp:sp modelId="{0C3A5D78-5491-49D0-B501-41337EDE4638}">
      <dsp:nvSpPr>
        <dsp:cNvPr id="0" name=""/>
        <dsp:cNvSpPr/>
      </dsp:nvSpPr>
      <dsp:spPr>
        <a:xfrm>
          <a:off x="0" y="1579368"/>
          <a:ext cx="6798539" cy="58967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400" b="1" kern="1200"/>
            <a:t>Pertanyaan Penghubung untuk Hari Ini:</a:t>
          </a:r>
          <a:endParaRPr lang="en-US" sz="2400" kern="1200"/>
        </a:p>
      </dsp:txBody>
      <dsp:txXfrm>
        <a:off x="28786" y="1608154"/>
        <a:ext cx="6740967" cy="532107"/>
      </dsp:txXfrm>
    </dsp:sp>
    <dsp:sp modelId="{80C76515-5E7E-45BB-A8D0-90C6CE209F66}">
      <dsp:nvSpPr>
        <dsp:cNvPr id="0" name=""/>
        <dsp:cNvSpPr/>
      </dsp:nvSpPr>
      <dsp:spPr>
        <a:xfrm>
          <a:off x="0" y="2169048"/>
          <a:ext cx="6798539" cy="146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900" kern="1200"/>
            <a:t>Jika firewall adalah pagar, dan kita sudah tahu cara memanjatnya, lalu bagaimana dengan </a:t>
          </a:r>
          <a:r>
            <a:rPr lang="en-ID" sz="1900" i="1" kern="1200"/>
            <a:t>sistem alarm</a:t>
          </a:r>
          <a:r>
            <a:rPr lang="en-ID" sz="1900" kern="1200"/>
            <a:t>nya (IDS)?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900" kern="1200"/>
            <a:t>Bagaimana jika kita bisa membuat </a:t>
          </a:r>
          <a:r>
            <a:rPr lang="en-ID" sz="1900" i="1" kern="1200"/>
            <a:t>terowongan rahasia</a:t>
          </a:r>
          <a:r>
            <a:rPr lang="en-ID" sz="1900" kern="1200"/>
            <a:t> di bawah pagar itu?</a:t>
          </a:r>
          <a:endParaRPr lang="en-US" sz="1900" kern="1200"/>
        </a:p>
      </dsp:txBody>
      <dsp:txXfrm>
        <a:off x="0" y="2169048"/>
        <a:ext cx="6798539" cy="1465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142E5-B71E-462B-A88F-49F9C7DD2A3F}">
      <dsp:nvSpPr>
        <dsp:cNvPr id="0" name=""/>
        <dsp:cNvSpPr/>
      </dsp:nvSpPr>
      <dsp:spPr>
        <a:xfrm>
          <a:off x="0" y="53283"/>
          <a:ext cx="6798539" cy="12097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b="1" kern="1200"/>
            <a:t>Tujuan:</a:t>
          </a:r>
          <a:r>
            <a:rPr lang="en-ID" sz="2200" kern="1200"/>
            <a:t> Memahami bagaimana penyerang mengeksploitasi kerentanan di Windows IDS untuk tetap tidak terlihat.</a:t>
          </a:r>
          <a:endParaRPr lang="en-US" sz="2200" kern="1200"/>
        </a:p>
      </dsp:txBody>
      <dsp:txXfrm>
        <a:off x="59057" y="112340"/>
        <a:ext cx="6680425" cy="1091666"/>
      </dsp:txXfrm>
    </dsp:sp>
    <dsp:sp modelId="{0D64B7E0-0DA4-40BE-83B5-418A1FD58214}">
      <dsp:nvSpPr>
        <dsp:cNvPr id="0" name=""/>
        <dsp:cNvSpPr/>
      </dsp:nvSpPr>
      <dsp:spPr>
        <a:xfrm>
          <a:off x="0" y="1326423"/>
          <a:ext cx="6798539" cy="12097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b="1" kern="1200"/>
            <a:t>Topik:</a:t>
          </a:r>
          <a:endParaRPr lang="en-US" sz="2200" kern="1200"/>
        </a:p>
      </dsp:txBody>
      <dsp:txXfrm>
        <a:off x="59057" y="1385480"/>
        <a:ext cx="6680425" cy="1091666"/>
      </dsp:txXfrm>
    </dsp:sp>
    <dsp:sp modelId="{05F77630-740D-479B-8075-73EC1784E21C}">
      <dsp:nvSpPr>
        <dsp:cNvPr id="0" name=""/>
        <dsp:cNvSpPr/>
      </dsp:nvSpPr>
      <dsp:spPr>
        <a:xfrm>
          <a:off x="0" y="2536203"/>
          <a:ext cx="6798539" cy="111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700" kern="1200"/>
            <a:t>Cara kerja Windows IDS/HIDS (Signature-based vs. Anomaly-based).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700" kern="1200"/>
            <a:t>Teknik-teknik bypass yang umum digunakan.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700" kern="1200"/>
            <a:t>Praktik terbaik untuk konfigurasi dan monitoring IDS.</a:t>
          </a:r>
          <a:endParaRPr lang="en-US" sz="1700" kern="1200"/>
        </a:p>
      </dsp:txBody>
      <dsp:txXfrm>
        <a:off x="0" y="2536203"/>
        <a:ext cx="6798539" cy="11157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E046F-7034-489B-97B6-E37FF419AA74}">
      <dsp:nvSpPr>
        <dsp:cNvPr id="0" name=""/>
        <dsp:cNvSpPr/>
      </dsp:nvSpPr>
      <dsp:spPr>
        <a:xfrm>
          <a:off x="652098" y="631703"/>
          <a:ext cx="701367" cy="701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952E3-8139-4BA2-8E66-1E41FF5F2609}">
      <dsp:nvSpPr>
        <dsp:cNvPr id="0" name=""/>
        <dsp:cNvSpPr/>
      </dsp:nvSpPr>
      <dsp:spPr>
        <a:xfrm>
          <a:off x="829" y="1463793"/>
          <a:ext cx="2003906" cy="986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D" sz="1400" b="1" kern="1200"/>
            <a:t>Signature-Based Detection:</a:t>
          </a:r>
          <a:endParaRPr lang="en-US" sz="1400" kern="1200"/>
        </a:p>
      </dsp:txBody>
      <dsp:txXfrm>
        <a:off x="829" y="1463793"/>
        <a:ext cx="2003906" cy="986297"/>
      </dsp:txXfrm>
    </dsp:sp>
    <dsp:sp modelId="{4796B14B-649F-41ED-A996-0D68248FFB0A}">
      <dsp:nvSpPr>
        <dsp:cNvPr id="0" name=""/>
        <dsp:cNvSpPr/>
      </dsp:nvSpPr>
      <dsp:spPr>
        <a:xfrm>
          <a:off x="829" y="2510892"/>
          <a:ext cx="2003906" cy="1160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kern="1200"/>
            <a:t>Mencocokkan aktivitas dengan basis data </a:t>
          </a:r>
          <a:r>
            <a:rPr lang="en-ID" sz="1100" i="1" kern="1200"/>
            <a:t>signature</a:t>
          </a:r>
          <a:r>
            <a:rPr lang="en-ID" sz="1100" kern="1200"/>
            <a:t> serangan yang sudah dikenal.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/>
            <a:t>Kelemahan:</a:t>
          </a:r>
          <a:r>
            <a:rPr lang="en-ID" sz="1100" kern="1200"/>
            <a:t> Tidak bisa mendeteksi serangan baru (zero-day) atau serangan yang telah dimodifikasi.</a:t>
          </a:r>
          <a:endParaRPr lang="en-US" sz="1100" kern="1200"/>
        </a:p>
      </dsp:txBody>
      <dsp:txXfrm>
        <a:off x="829" y="2510892"/>
        <a:ext cx="2003906" cy="1160869"/>
      </dsp:txXfrm>
    </dsp:sp>
    <dsp:sp modelId="{5A08B3C7-3D8C-4CF3-9518-B7B4B0468E44}">
      <dsp:nvSpPr>
        <dsp:cNvPr id="0" name=""/>
        <dsp:cNvSpPr/>
      </dsp:nvSpPr>
      <dsp:spPr>
        <a:xfrm>
          <a:off x="3006688" y="631703"/>
          <a:ext cx="701367" cy="701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BAC7F-8681-4037-85C2-A6DDA2A8026F}">
      <dsp:nvSpPr>
        <dsp:cNvPr id="0" name=""/>
        <dsp:cNvSpPr/>
      </dsp:nvSpPr>
      <dsp:spPr>
        <a:xfrm>
          <a:off x="2355418" y="1463793"/>
          <a:ext cx="2003906" cy="986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D" sz="1400" b="1" kern="1200"/>
            <a:t>Anomaly-Based Detection:</a:t>
          </a:r>
          <a:endParaRPr lang="en-US" sz="1400" kern="1200"/>
        </a:p>
      </dsp:txBody>
      <dsp:txXfrm>
        <a:off x="2355418" y="1463793"/>
        <a:ext cx="2003906" cy="986297"/>
      </dsp:txXfrm>
    </dsp:sp>
    <dsp:sp modelId="{4F235BAA-27F4-4787-8875-7670CCD2C0F3}">
      <dsp:nvSpPr>
        <dsp:cNvPr id="0" name=""/>
        <dsp:cNvSpPr/>
      </dsp:nvSpPr>
      <dsp:spPr>
        <a:xfrm>
          <a:off x="2355418" y="2510892"/>
          <a:ext cx="2003906" cy="1160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kern="1200"/>
            <a:t>Mempelajari perilaku "normal" sistem dan memperingatkan saat ada penyimpangan.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1" kern="1200"/>
            <a:t>Kelemahan:</a:t>
          </a:r>
          <a:r>
            <a:rPr lang="en-ID" sz="1100" kern="1200"/>
            <a:t> Bisa menghasilkan banyak </a:t>
          </a:r>
          <a:r>
            <a:rPr lang="en-ID" sz="1100" i="1" kern="1200"/>
            <a:t>false positive</a:t>
          </a:r>
          <a:r>
            <a:rPr lang="en-ID" sz="1100" kern="1200"/>
            <a:t> (alarm palsu).</a:t>
          </a:r>
          <a:endParaRPr lang="en-US" sz="1100" kern="1200"/>
        </a:p>
      </dsp:txBody>
      <dsp:txXfrm>
        <a:off x="2355418" y="2510892"/>
        <a:ext cx="2003906" cy="1160869"/>
      </dsp:txXfrm>
    </dsp:sp>
    <dsp:sp modelId="{4F773D29-89A5-438B-AA87-9C4362FA3356}">
      <dsp:nvSpPr>
        <dsp:cNvPr id="0" name=""/>
        <dsp:cNvSpPr/>
      </dsp:nvSpPr>
      <dsp:spPr>
        <a:xfrm>
          <a:off x="5361278" y="631703"/>
          <a:ext cx="701367" cy="701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7F728-1046-4589-98F2-ED962B4F8916}">
      <dsp:nvSpPr>
        <dsp:cNvPr id="0" name=""/>
        <dsp:cNvSpPr/>
      </dsp:nvSpPr>
      <dsp:spPr>
        <a:xfrm>
          <a:off x="4710008" y="1463793"/>
          <a:ext cx="2003906" cy="986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D" sz="1400" b="1" kern="1200"/>
            <a:t>Sumber Data:</a:t>
          </a:r>
          <a:r>
            <a:rPr lang="en-ID" sz="1400" kern="1200"/>
            <a:t> Log Windows, Log Aplikasi, Network Traffic, Process Creation (misalnya dengan Sysmon).</a:t>
          </a:r>
          <a:endParaRPr lang="en-US" sz="1400" kern="1200"/>
        </a:p>
      </dsp:txBody>
      <dsp:txXfrm>
        <a:off x="4710008" y="1463793"/>
        <a:ext cx="2003906" cy="986297"/>
      </dsp:txXfrm>
    </dsp:sp>
    <dsp:sp modelId="{CA3EA5A3-9C51-48DC-BD9B-52F71BFED4C0}">
      <dsp:nvSpPr>
        <dsp:cNvPr id="0" name=""/>
        <dsp:cNvSpPr/>
      </dsp:nvSpPr>
      <dsp:spPr>
        <a:xfrm>
          <a:off x="4710008" y="2510892"/>
          <a:ext cx="2003906" cy="1160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6C1786-4995-40C2-80D3-007C6FEEEFBB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663B06-C0CC-4B33-A739-9ED1FAD9493C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5B276A-5126-4BEF-A636-52BB90CBA4E1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b="1" kern="1200"/>
            <a:t>Skenario:</a:t>
          </a:r>
          <a:r>
            <a:rPr lang="en-ID" sz="1600" kern="1200"/>
            <a:t> Menjalankan perintah </a:t>
          </a:r>
          <a:r>
            <a:rPr lang="en-ID" sz="1600" i="1" kern="1200"/>
            <a:t>reverse shell</a:t>
          </a:r>
          <a:r>
            <a:rPr lang="en-ID" sz="1600" kern="1200"/>
            <a:t> via PowerShell.</a:t>
          </a:r>
          <a:endParaRPr lang="en-US" sz="1600" kern="1200"/>
        </a:p>
      </dsp:txBody>
      <dsp:txXfrm>
        <a:off x="1339618" y="2288"/>
        <a:ext cx="5024605" cy="1159843"/>
      </dsp:txXfrm>
    </dsp:sp>
    <dsp:sp modelId="{96D8C1CA-AA09-484C-865D-8C94F71A1E0E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225D35-48F5-4034-9C0F-A2FECE97A29D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E1A92-B6D5-4911-A718-3770BBB5FFF5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b="1" kern="1200"/>
            <a:t>Langkah 1:</a:t>
          </a:r>
          <a:r>
            <a:rPr lang="en-ID" sz="1600" kern="1200"/>
            <a:t> Jalankan perintah dalam bentuk aslinya. Tunjukkan bagaimana aturan sederhana di Sysmon/IDS akan mendeteksinya.</a:t>
          </a:r>
          <a:endParaRPr lang="en-US" sz="1600" kern="1200"/>
        </a:p>
      </dsp:txBody>
      <dsp:txXfrm>
        <a:off x="1339618" y="1452092"/>
        <a:ext cx="5024605" cy="1159843"/>
      </dsp:txXfrm>
    </dsp:sp>
    <dsp:sp modelId="{1421D6FD-E49D-430A-94D3-D8A079BD491A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8A0E3-C740-4E2D-A4FF-6685774D0E7C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78BFE-CFA0-49D7-A851-3AC8AD56EB99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b="1" kern="1200"/>
            <a:t>Langkah 2:</a:t>
          </a:r>
          <a:r>
            <a:rPr lang="en-ID" sz="1600" kern="1200"/>
            <a:t> Gunakan teknik obfuscation (misalnya dengan </a:t>
          </a:r>
          <a:r>
            <a:rPr lang="en-ID" sz="1600" b="1" kern="1200"/>
            <a:t>Invoke-Obfuscation</a:t>
          </a:r>
          <a:r>
            <a:rPr lang="en-ID" sz="1600" kern="1200"/>
            <a:t> atau encoding sederhana) untuk menyamarkan perintah yang sama.</a:t>
          </a:r>
          <a:endParaRPr lang="en-US" sz="1600" kern="1200"/>
        </a:p>
      </dsp:txBody>
      <dsp:txXfrm>
        <a:off x="1339618" y="2901896"/>
        <a:ext cx="5024605" cy="1159843"/>
      </dsp:txXfrm>
    </dsp:sp>
    <dsp:sp modelId="{D6BC155B-810C-40D9-9918-7FF91E61B9C6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7ABC0-59EB-4EEE-B987-FC13271B0EF5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C70F1-A210-491A-814B-0A9A1A149F0B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b="1" kern="1200"/>
            <a:t>Hasil:</a:t>
          </a:r>
          <a:r>
            <a:rPr lang="en-ID" sz="1600" kern="1200"/>
            <a:t> Tunjukkan bahwa perintah yang sudah disamarkan berhasil dijalankan tanpa memicu alarm.</a:t>
          </a:r>
          <a:endParaRPr lang="en-US" sz="1600" kern="1200"/>
        </a:p>
      </dsp:txBody>
      <dsp:txXfrm>
        <a:off x="1339618" y="4351700"/>
        <a:ext cx="5024605" cy="11598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3C0C8-07B2-4DBD-8317-80270752BBCE}">
      <dsp:nvSpPr>
        <dsp:cNvPr id="0" name=""/>
        <dsp:cNvSpPr/>
      </dsp:nvSpPr>
      <dsp:spPr>
        <a:xfrm>
          <a:off x="0" y="447336"/>
          <a:ext cx="6364224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600" b="1" kern="1200"/>
            <a:t>Konsep:</a:t>
          </a:r>
          <a:r>
            <a:rPr lang="en-ID" sz="2600" kern="1200"/>
            <a:t> Menggunakan koneksi SSH yang terenkripsi untuk membawa traffic lain.</a:t>
          </a:r>
          <a:endParaRPr lang="en-US" sz="2600" kern="1200"/>
        </a:p>
      </dsp:txBody>
      <dsp:txXfrm>
        <a:off x="50489" y="497825"/>
        <a:ext cx="6263246" cy="933302"/>
      </dsp:txXfrm>
    </dsp:sp>
    <dsp:sp modelId="{5FD384D0-39FD-42B9-87BF-6E35BE8C8535}">
      <dsp:nvSpPr>
        <dsp:cNvPr id="0" name=""/>
        <dsp:cNvSpPr/>
      </dsp:nvSpPr>
      <dsp:spPr>
        <a:xfrm>
          <a:off x="0" y="1556496"/>
          <a:ext cx="6364224" cy="10342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600" b="1" kern="1200"/>
            <a:t>Jenis-jenis:</a:t>
          </a:r>
          <a:endParaRPr lang="en-US" sz="2600" kern="1200"/>
        </a:p>
      </dsp:txBody>
      <dsp:txXfrm>
        <a:off x="50489" y="1606985"/>
        <a:ext cx="6263246" cy="933302"/>
      </dsp:txXfrm>
    </dsp:sp>
    <dsp:sp modelId="{38343B72-65AF-4A96-A6B3-C67238F732F5}">
      <dsp:nvSpPr>
        <dsp:cNvPr id="0" name=""/>
        <dsp:cNvSpPr/>
      </dsp:nvSpPr>
      <dsp:spPr>
        <a:xfrm>
          <a:off x="0" y="2590776"/>
          <a:ext cx="6364224" cy="247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000" b="1" kern="1200"/>
            <a:t>Local Port Forwarding:</a:t>
          </a:r>
          <a:r>
            <a:rPr lang="en-ID" sz="2000" kern="1200"/>
            <a:t> Mengakses layanan di </a:t>
          </a:r>
          <a:r>
            <a:rPr lang="en-ID" sz="2000" i="1" kern="1200"/>
            <a:t>jauh</a:t>
          </a:r>
          <a:r>
            <a:rPr lang="en-ID" sz="2000" kern="1200"/>
            <a:t> (server) dari </a:t>
          </a:r>
          <a:r>
            <a:rPr lang="en-ID" sz="2000" i="1" kern="1200"/>
            <a:t>lokal</a:t>
          </a:r>
          <a:r>
            <a:rPr lang="en-ID" sz="2000" kern="1200"/>
            <a:t> (klien).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000" b="1" kern="1200"/>
            <a:t>Remote Port Forwarding:</a:t>
          </a:r>
          <a:r>
            <a:rPr lang="en-ID" sz="2000" kern="1200"/>
            <a:t> Mengizinkan </a:t>
          </a:r>
          <a:r>
            <a:rPr lang="en-ID" sz="2000" i="1" kern="1200"/>
            <a:t>jauh</a:t>
          </a:r>
          <a:r>
            <a:rPr lang="en-ID" sz="2000" kern="1200"/>
            <a:t> (server) mengakses layanan di </a:t>
          </a:r>
          <a:r>
            <a:rPr lang="en-ID" sz="2000" i="1" kern="1200"/>
            <a:t>lokal</a:t>
          </a:r>
          <a:r>
            <a:rPr lang="en-ID" sz="2000" kern="1200"/>
            <a:t> (klien).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000" b="1" kern="1200"/>
            <a:t>Dynamic Port Forwarding (SOCKS Proxy):</a:t>
          </a:r>
          <a:r>
            <a:rPr lang="en-ID" sz="2000" kern="1200"/>
            <a:t> Yang paling kuat. Mengubah klien SSH menjadi proxy yang bisa menyalurkan traffic apa pun ke tujuan mana pun melalui server SSH.</a:t>
          </a:r>
          <a:endParaRPr lang="en-US" sz="2000" kern="1200"/>
        </a:p>
      </dsp:txBody>
      <dsp:txXfrm>
        <a:off x="0" y="2590776"/>
        <a:ext cx="6364224" cy="24757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E855E3-4551-413A-847E-AEE3314B35BB}">
      <dsp:nvSpPr>
        <dsp:cNvPr id="0" name=""/>
        <dsp:cNvSpPr/>
      </dsp:nvSpPr>
      <dsp:spPr>
        <a:xfrm>
          <a:off x="0" y="50565"/>
          <a:ext cx="6364224" cy="12306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b="1" kern="1200"/>
            <a:t>Tujuan:</a:t>
          </a:r>
          <a:r>
            <a:rPr lang="en-ID" sz="2200" kern="1200"/>
            <a:t> Mengakses halaman web internal yang diblokir firewall melalui SSH Tunnel.</a:t>
          </a:r>
          <a:endParaRPr lang="en-US" sz="2200" kern="1200"/>
        </a:p>
      </dsp:txBody>
      <dsp:txXfrm>
        <a:off x="60077" y="110642"/>
        <a:ext cx="6244070" cy="1110539"/>
      </dsp:txXfrm>
    </dsp:sp>
    <dsp:sp modelId="{8671ED1B-D74C-46B8-8E5D-F1C71B4DB98A}">
      <dsp:nvSpPr>
        <dsp:cNvPr id="0" name=""/>
        <dsp:cNvSpPr/>
      </dsp:nvSpPr>
      <dsp:spPr>
        <a:xfrm>
          <a:off x="0" y="1344619"/>
          <a:ext cx="6364224" cy="1230693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b="1" kern="1200"/>
            <a:t>Lingkungan:</a:t>
          </a:r>
          <a:r>
            <a:rPr lang="en-ID" sz="2200" kern="1200"/>
            <a:t> 2 VM (Attacker, Internal Web Server) dan aturan firewall yang memblokir akses langsung.</a:t>
          </a:r>
          <a:endParaRPr lang="en-US" sz="2200" kern="1200"/>
        </a:p>
      </dsp:txBody>
      <dsp:txXfrm>
        <a:off x="60077" y="1404696"/>
        <a:ext cx="6244070" cy="1110539"/>
      </dsp:txXfrm>
    </dsp:sp>
    <dsp:sp modelId="{B19BEB69-270D-45E6-A774-5B0AA1D864BD}">
      <dsp:nvSpPr>
        <dsp:cNvPr id="0" name=""/>
        <dsp:cNvSpPr/>
      </dsp:nvSpPr>
      <dsp:spPr>
        <a:xfrm>
          <a:off x="0" y="2638672"/>
          <a:ext cx="6364224" cy="1230693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b="1" kern="1200"/>
            <a:t>Langkah-langkah:</a:t>
          </a:r>
          <a:endParaRPr lang="en-US" sz="2200" kern="1200"/>
        </a:p>
      </dsp:txBody>
      <dsp:txXfrm>
        <a:off x="60077" y="2698749"/>
        <a:ext cx="6244070" cy="1110539"/>
      </dsp:txXfrm>
    </dsp:sp>
    <dsp:sp modelId="{56FFBF1E-0CBF-437B-9618-B02E26BD8792}">
      <dsp:nvSpPr>
        <dsp:cNvPr id="0" name=""/>
        <dsp:cNvSpPr/>
      </dsp:nvSpPr>
      <dsp:spPr>
        <a:xfrm>
          <a:off x="0" y="3869366"/>
          <a:ext cx="6364224" cy="1593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700" kern="1200"/>
            <a:t>Dari VM Attacker, buat koneksi SSH Dynamic Forwarding: </a:t>
          </a:r>
          <a:r>
            <a:rPr lang="en-ID" sz="1700" b="1" kern="1200"/>
            <a:t>ssh -D 1080 user@internal-server</a:t>
          </a:r>
          <a:r>
            <a:rPr lang="en-ID" sz="1700" kern="1200"/>
            <a:t>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700" kern="1200"/>
            <a:t>Konfigurasi browser di VM Attacker untuk menggunakan proxy SOCKS5 di </a:t>
          </a:r>
          <a:r>
            <a:rPr lang="en-ID" sz="1700" b="1" kern="1200"/>
            <a:t>127.0.0.1:1080</a:t>
          </a:r>
          <a:r>
            <a:rPr lang="en-ID" sz="1700" kern="1200"/>
            <a:t>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700" kern="1200"/>
            <a:t>Buka browser dan akses halaman web internal. Buktikan bahwa akses berhasil.</a:t>
          </a:r>
          <a:endParaRPr lang="en-US" sz="1700" kern="1200"/>
        </a:p>
      </dsp:txBody>
      <dsp:txXfrm>
        <a:off x="0" y="3869366"/>
        <a:ext cx="6364224" cy="15939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F5C1B-4BDA-4E0D-BAD6-64CABBA37629}">
      <dsp:nvSpPr>
        <dsp:cNvPr id="0" name=""/>
        <dsp:cNvSpPr/>
      </dsp:nvSpPr>
      <dsp:spPr>
        <a:xfrm>
          <a:off x="0" y="1903"/>
          <a:ext cx="6364224" cy="10069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b="1" kern="1200"/>
            <a:t>Tujuan:</a:t>
          </a:r>
          <a:r>
            <a:rPr lang="en-ID" sz="1800" kern="1200"/>
            <a:t> Memodifikasi file executable yang terdeteksi AV agar tidak lagi terdeteksi.</a:t>
          </a:r>
          <a:endParaRPr lang="en-US" sz="1800" kern="1200"/>
        </a:p>
      </dsp:txBody>
      <dsp:txXfrm>
        <a:off x="49154" y="51057"/>
        <a:ext cx="6265916" cy="908623"/>
      </dsp:txXfrm>
    </dsp:sp>
    <dsp:sp modelId="{47BB4BCD-DDEC-4A62-AD02-A18196502BA3}">
      <dsp:nvSpPr>
        <dsp:cNvPr id="0" name=""/>
        <dsp:cNvSpPr/>
      </dsp:nvSpPr>
      <dsp:spPr>
        <a:xfrm>
          <a:off x="0" y="1060674"/>
          <a:ext cx="6364224" cy="1006931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b="1" kern="1200"/>
            <a:t>Alat:</a:t>
          </a:r>
          <a:r>
            <a:rPr lang="en-ID" sz="1800" kern="1200"/>
            <a:t> </a:t>
          </a:r>
          <a:r>
            <a:rPr lang="en-ID" sz="1800" b="1" kern="1200"/>
            <a:t>msfvenom</a:t>
          </a:r>
          <a:r>
            <a:rPr lang="en-ID" sz="1800" kern="1200"/>
            <a:t> (untuk membuat payload sederhana), sebuah </a:t>
          </a:r>
          <a:r>
            <a:rPr lang="en-ID" sz="1800" i="1" kern="1200"/>
            <a:t>packer</a:t>
          </a:r>
          <a:r>
            <a:rPr lang="en-ID" sz="1800" kern="1200"/>
            <a:t> sederhana (misal: UPX), atau online shellcode encoder.</a:t>
          </a:r>
          <a:endParaRPr lang="en-US" sz="1800" kern="1200"/>
        </a:p>
      </dsp:txBody>
      <dsp:txXfrm>
        <a:off x="49154" y="1109828"/>
        <a:ext cx="6265916" cy="908623"/>
      </dsp:txXfrm>
    </dsp:sp>
    <dsp:sp modelId="{7DB8C534-AF09-4385-A589-88E516D723E4}">
      <dsp:nvSpPr>
        <dsp:cNvPr id="0" name=""/>
        <dsp:cNvSpPr/>
      </dsp:nvSpPr>
      <dsp:spPr>
        <a:xfrm>
          <a:off x="0" y="2119446"/>
          <a:ext cx="6364224" cy="1006931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b="1" kern="1200"/>
            <a:t>Langkah-langkah:</a:t>
          </a:r>
          <a:endParaRPr lang="en-US" sz="1800" kern="1200"/>
        </a:p>
      </dsp:txBody>
      <dsp:txXfrm>
        <a:off x="49154" y="2168600"/>
        <a:ext cx="6265916" cy="908623"/>
      </dsp:txXfrm>
    </dsp:sp>
    <dsp:sp modelId="{EE383F8D-217E-4420-934E-C3C2CC5E14E0}">
      <dsp:nvSpPr>
        <dsp:cNvPr id="0" name=""/>
        <dsp:cNvSpPr/>
      </dsp:nvSpPr>
      <dsp:spPr>
        <a:xfrm>
          <a:off x="0" y="3126377"/>
          <a:ext cx="6364224" cy="1378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400" kern="1200"/>
            <a:t>Buat sebuah executable sederhana yang terdeteksi oleh AV (misalnya </a:t>
          </a:r>
          <a:r>
            <a:rPr lang="en-ID" sz="1400" b="1" kern="1200"/>
            <a:t>payload.exe</a:t>
          </a:r>
          <a:r>
            <a:rPr lang="en-ID" sz="1400" kern="1200"/>
            <a:t>).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400" kern="1200"/>
            <a:t>Scan file tersebut dengan Windows Defender atau upload ke VirusTotal. Catat hasilnya.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400" kern="1200"/>
            <a:t>Gunakan packer untuk mengenkripsi/mengompres file tersebut.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400" kern="1200"/>
            <a:t>Scan kembali file yang sudah di-</a:t>
          </a:r>
          <a:r>
            <a:rPr lang="en-ID" sz="1400" i="1" kern="1200"/>
            <a:t>pack</a:t>
          </a:r>
          <a:r>
            <a:rPr lang="en-ID" sz="1400" kern="1200"/>
            <a:t>. Bandingkan hasilnya.</a:t>
          </a:r>
          <a:endParaRPr lang="en-US" sz="1400" kern="1200"/>
        </a:p>
      </dsp:txBody>
      <dsp:txXfrm>
        <a:off x="0" y="3126377"/>
        <a:ext cx="6364224" cy="1378620"/>
      </dsp:txXfrm>
    </dsp:sp>
    <dsp:sp modelId="{E2EC1690-445F-4E27-AE8D-E824192B58DC}">
      <dsp:nvSpPr>
        <dsp:cNvPr id="0" name=""/>
        <dsp:cNvSpPr/>
      </dsp:nvSpPr>
      <dsp:spPr>
        <a:xfrm>
          <a:off x="0" y="4504997"/>
          <a:ext cx="6364224" cy="1006931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b="1" kern="1200"/>
            <a:t>Penting:</a:t>
          </a:r>
          <a:r>
            <a:rPr lang="en-ID" sz="1800" kern="1200"/>
            <a:t> Lakukan di lingkungan yang terisolasi (sandbox/VM yang tidak terhubung ke jaringan utama).</a:t>
          </a:r>
          <a:endParaRPr lang="en-US" sz="1800" kern="1200"/>
        </a:p>
      </dsp:txBody>
      <dsp:txXfrm>
        <a:off x="49154" y="4554151"/>
        <a:ext cx="6265916" cy="90862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96EC7-F686-46AB-98C6-63CD4008C10D}">
      <dsp:nvSpPr>
        <dsp:cNvPr id="0" name=""/>
        <dsp:cNvSpPr/>
      </dsp:nvSpPr>
      <dsp:spPr>
        <a:xfrm>
          <a:off x="0" y="277730"/>
          <a:ext cx="6364224" cy="9090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700" b="1" kern="1200"/>
            <a:t>Ringkasan:</a:t>
          </a:r>
          <a:endParaRPr lang="en-US" sz="3700" kern="1200"/>
        </a:p>
      </dsp:txBody>
      <dsp:txXfrm>
        <a:off x="44378" y="322108"/>
        <a:ext cx="6275468" cy="820334"/>
      </dsp:txXfrm>
    </dsp:sp>
    <dsp:sp modelId="{059CBD0E-261C-478B-9C2C-AD9AC459C8BC}">
      <dsp:nvSpPr>
        <dsp:cNvPr id="0" name=""/>
        <dsp:cNvSpPr/>
      </dsp:nvSpPr>
      <dsp:spPr>
        <a:xfrm>
          <a:off x="0" y="1186821"/>
          <a:ext cx="6364224" cy="3140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900" kern="1200"/>
            <a:t>Cara kerja IDS dan teknik untuk menghindarinya (obfuscation, low-and-slow).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900" kern="1200"/>
            <a:t>Konsep dan implementasi praktis tunneling (khususnya SSH).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900" kern="1200"/>
            <a:t>Berbagai cara untuk mengelabui Antivirus, dari packing hingga LotL.</a:t>
          </a:r>
          <a:endParaRPr lang="en-US" sz="2900" kern="1200"/>
        </a:p>
      </dsp:txBody>
      <dsp:txXfrm>
        <a:off x="0" y="1186821"/>
        <a:ext cx="6364224" cy="3140190"/>
      </dsp:txXfrm>
    </dsp:sp>
    <dsp:sp modelId="{6DE24016-69EA-4458-90DB-9EFD42418F46}">
      <dsp:nvSpPr>
        <dsp:cNvPr id="0" name=""/>
        <dsp:cNvSpPr/>
      </dsp:nvSpPr>
      <dsp:spPr>
        <a:xfrm>
          <a:off x="0" y="4327011"/>
          <a:ext cx="6364224" cy="90909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700" b="1" kern="1200"/>
            <a:t>Sesi Tanya Jawab</a:t>
          </a:r>
          <a:endParaRPr lang="en-US" sz="3700" kern="1200"/>
        </a:p>
      </dsp:txBody>
      <dsp:txXfrm>
        <a:off x="44378" y="4371389"/>
        <a:ext cx="6275468" cy="82033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48DC06-4B6F-4C66-B600-8455338D9891}">
      <dsp:nvSpPr>
        <dsp:cNvPr id="0" name=""/>
        <dsp:cNvSpPr/>
      </dsp:nvSpPr>
      <dsp:spPr>
        <a:xfrm>
          <a:off x="0" y="54800"/>
          <a:ext cx="6364224" cy="14373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600" b="1" kern="1200"/>
            <a:t>Hari Ketiga akan fokus pada:</a:t>
          </a:r>
          <a:endParaRPr lang="en-US" sz="2600" kern="1200"/>
        </a:p>
      </dsp:txBody>
      <dsp:txXfrm>
        <a:off x="70165" y="124965"/>
        <a:ext cx="6223894" cy="1297015"/>
      </dsp:txXfrm>
    </dsp:sp>
    <dsp:sp modelId="{069105EB-443A-437A-A584-841DB8413590}">
      <dsp:nvSpPr>
        <dsp:cNvPr id="0" name=""/>
        <dsp:cNvSpPr/>
      </dsp:nvSpPr>
      <dsp:spPr>
        <a:xfrm>
          <a:off x="0" y="1492146"/>
          <a:ext cx="6364224" cy="2529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000" b="1" kern="1200"/>
            <a:t>Module 7:</a:t>
          </a:r>
          <a:r>
            <a:rPr lang="en-ID" sz="2000" kern="1200"/>
            <a:t> Firewall, IDS Rules, dan Patch Management.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000" b="1" kern="1200"/>
            <a:t>Best Practices:</a:t>
          </a:r>
          <a:r>
            <a:rPr lang="en-ID" sz="2000" kern="1200"/>
            <a:t> Cara mengkonfigurasi aturan dengan benar dan efektif.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000" b="1" kern="1200"/>
            <a:t>Strategi Pertahanan Holistik:</a:t>
          </a:r>
          <a:r>
            <a:rPr lang="en-ID" sz="2000" kern="1200"/>
            <a:t> Mengintegrasikan semua komponen keamanan.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000" b="1" kern="1200"/>
            <a:t>Final Challenge:</a:t>
          </a:r>
          <a:r>
            <a:rPr lang="en-ID" sz="2000" kern="1200"/>
            <a:t> Skenario "Blue Team vs. Red Team" untuk menerapkan semua yang telah dipelajari.</a:t>
          </a:r>
          <a:endParaRPr lang="en-US" sz="2000" kern="1200"/>
        </a:p>
      </dsp:txBody>
      <dsp:txXfrm>
        <a:off x="0" y="1492146"/>
        <a:ext cx="6364224" cy="2529540"/>
      </dsp:txXfrm>
    </dsp:sp>
    <dsp:sp modelId="{615A4101-12DD-4858-8A95-07A7B408ADBD}">
      <dsp:nvSpPr>
        <dsp:cNvPr id="0" name=""/>
        <dsp:cNvSpPr/>
      </dsp:nvSpPr>
      <dsp:spPr>
        <a:xfrm>
          <a:off x="0" y="4021686"/>
          <a:ext cx="6364224" cy="1437345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600" b="1" kern="1200"/>
            <a:t>Persiapan:</a:t>
          </a:r>
          <a:r>
            <a:rPr lang="en-ID" sz="2600" kern="1200"/>
            <a:t> Pikirkan strategi pertahanan untuk lingkungan yang telah kita gunakan dalam lab.</a:t>
          </a:r>
          <a:endParaRPr lang="en-US" sz="2600" kern="1200"/>
        </a:p>
      </dsp:txBody>
      <dsp:txXfrm>
        <a:off x="70165" y="4091851"/>
        <a:ext cx="6223894" cy="1297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7859A-B3F8-47E3-B904-8675F2A7BA19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2770E-C717-4EF4-9718-7A21209719C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619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Catatan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Fasilitator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Siapkan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VM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Sysmon dan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aturan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sederhana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mendemonstrasikan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deteksi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ID" dirty="0"/>
            </a:b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2770E-C717-4EF4-9718-7A21209719C9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0454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Diskusi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berhasil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mendeteksinya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2770E-C717-4EF4-9718-7A21209719C9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0700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5D20-4519-5301-BC92-700AD5526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41DBD1-047E-5976-722E-09FC6755F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EE39-1331-F4F8-D707-A19044077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5AC1-8FF3-AFB3-8F39-5AC3E333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15D8B-F37D-C3C1-67BD-FFDCE1FA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78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2102-7589-13CA-F91F-D8BD279F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6742-56E4-9A20-7423-03C0043BA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4A599-2C2C-DD91-FBC3-D7424B083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73D6F-022D-D316-E508-23B31481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5B28-E425-2060-0107-897D8274D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82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40F9-5BFF-BAAC-32E2-1C010543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CCD5D-A14B-6E77-1C0C-6234813A8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A30F6-E22F-0A92-17DE-7ED1ECB1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0D48C-E82A-C7DE-E99B-6C4392CCD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50089-7662-73F5-3169-D5468B40B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582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FCB1-8669-0F83-0EBD-28763ED4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9BE75-9CC5-178D-6FFB-A74EAA46F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C806E-C73E-E016-3A8D-66E1402B0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3A5C7-4CA0-0108-18B8-4502B64FA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B37C7-F823-5C34-B9E3-8F5FBA48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56980-080E-E368-A390-9BBC4C8B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015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8B62E-4D13-75F4-4CD7-DCA4C696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C8626-63F3-0721-8DEE-EFD80E5E0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D2C47-B597-325B-2619-E9671B4C4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56B46-643E-32BB-AC09-F44561CBB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E9DBE-C467-5801-1E76-41275C492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67D090-F583-77AF-19C0-434F94C8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2856F-D295-5E5E-860D-77060DFB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C377E7-0C29-0C4A-DF4E-FA1C1C8C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912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9C68-0EB3-A769-57AA-3A581137E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FE7C1-E0A5-F3C0-B379-8ED52B57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721BB-2BA9-3B06-B425-CF63FEAC8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7CF51-3938-0C67-DA0D-F952E8F7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5197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1C95BA-565D-BE16-BC8F-3DAE4567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23C45F-BBE3-D6AF-3684-729F270E2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6522A-0BF0-579D-7138-380F06FF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604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90F6-2194-4091-5566-9C1B7F14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EFABE-D289-7B76-83DA-B911B386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D7788-A202-6419-C899-498C2DE1D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8011A-0FD9-25F7-10AD-02183C25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50D12-D470-6CB2-F30D-89841C19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37C82-F0A1-D9A9-7DAC-57F801A9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580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B32C0-F36D-C9B4-17D7-B428DFD3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DD6626-65C0-91FB-7B22-3D9B2F9C7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8864B-F01D-E7D0-9E25-3B6435DB3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DA3EA-F79D-C78B-6E6E-C780E33DB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587E7-DD0D-3881-3ED6-F91C6F250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DCA7F-8733-449C-A086-AEB47DF05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674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3E95-B94C-8850-0B2B-EDD81D4D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6A123-8349-F58F-549E-26381CF57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01F28-B870-227A-E4CD-54A0D97CD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22576-B9B9-82AC-0C11-DCCFA2395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B7EC6-D249-5277-9FA9-85C874AC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8148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4D44D-F80C-D693-74A0-FC57A1D21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77F63C-EB4C-400F-97C5-8CB1CC995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B8B5F-2566-6384-B88D-06EE754B9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F9030-5B7B-7E2D-D6EE-938DBA1A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B517-4966-CEBB-1A8E-27F6652DA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624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EDACF8-7292-13A1-D9A8-B7D9EB750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2F8E6-2CAD-471E-0167-F1DCC6D74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688FC-B8BB-5126-D2FC-1B60AE45B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23799-A08D-4841-AB3A-BF9D3E0FCBFE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5A32F-A67D-31E5-B45F-AD8E51F92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65D28-BCD7-0E78-92C5-72254589E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1B670-3477-4291-8B68-65BD8622A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22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63A01-A17E-6374-D795-BA2361924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2800">
                <a:solidFill>
                  <a:schemeClr val="tx2"/>
                </a:solidFill>
              </a:rPr>
              <a:t>Evading IDS and Firewalls: Techniques and Countermeasures</a:t>
            </a:r>
            <a:endParaRPr lang="en-ID" sz="28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31286-4179-75CF-E939-E794D1936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nn-NO" sz="2000">
                <a:solidFill>
                  <a:schemeClr val="tx2"/>
                </a:solidFill>
              </a:rPr>
              <a:t>Hari Kedua: Teknik Evasi Lanjutan dan Praktikum</a:t>
            </a:r>
            <a:endParaRPr lang="en-ID" sz="2000">
              <a:solidFill>
                <a:schemeClr val="tx2"/>
              </a:solidFill>
            </a:endParaRP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0F39E7B4-53D7-A3E7-1664-BE75124E6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2256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67979-1A66-85F9-0002-99028783A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D" sz="4000">
                <a:solidFill>
                  <a:srgbClr val="FFFFFF"/>
                </a:solidFill>
              </a:rPr>
              <a:t>Agenda Hari Kedua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D86B86-B53C-16D7-3723-D0105BB237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019114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867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473560-FD72-49BB-CF96-FB98BB60E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fi-FI" sz="4000"/>
              <a:t>Refleksi: Apa yang Sudah Kita Pelajari?</a:t>
            </a:r>
            <a:endParaRPr lang="en-ID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0B1E38-9E57-7AF7-2C2D-E1E2581BA3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25" r="14929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AE2911-EE74-7C06-1394-CB9A71D02E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8482204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106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72F98-97DB-7528-B60A-74B06CFD8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ID" sz="4000"/>
              <a:t>Module 4: Menghindari Deteksi Sistem Alarm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6BB2C2-5CDF-DB66-BD8C-8CC2AC1B7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82" r="3424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983BC4-E672-95DD-0FB5-15DE8DD571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921353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918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B28326-18B9-C4A8-6C7C-BAA61EFA4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ID" sz="4000"/>
              <a:t>Memahami Cara "Mendengar" Musuh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DEDB89-BAEC-4A12-8B62-6FD8DDF2B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17" r="24099" b="-2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E98F22-1FD3-C3A4-D1AD-08512622C7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19246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513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92EC8-E126-9A08-9324-709EBE63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D" sz="4000">
                <a:solidFill>
                  <a:srgbClr val="FFFFFF"/>
                </a:solidFill>
              </a:rPr>
              <a:t>Cara Mematikan atau Mengelabui Alarm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46550-7331-270E-8B65-8C8584285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ID" sz="2000" b="1"/>
              <a:t>1. Evasi Signature:</a:t>
            </a:r>
            <a:endParaRPr lang="en-ID" sz="2000"/>
          </a:p>
          <a:p>
            <a:pPr lvl="1"/>
            <a:r>
              <a:rPr lang="en-ID" sz="2000" b="1"/>
              <a:t>Obfuscation:</a:t>
            </a:r>
            <a:r>
              <a:rPr lang="en-ID" sz="2000"/>
              <a:t> Menyamarkan kode atau perintah (misal: mengenkripsi payload).</a:t>
            </a:r>
          </a:p>
          <a:p>
            <a:pPr lvl="1"/>
            <a:r>
              <a:rPr lang="en-ID" sz="2000" b="1"/>
              <a:t>Encoding:</a:t>
            </a:r>
            <a:r>
              <a:rPr lang="en-ID" sz="2000"/>
              <a:t> Mengubah format data (Base64, Hex).</a:t>
            </a:r>
          </a:p>
          <a:p>
            <a:r>
              <a:rPr lang="en-ID" sz="2000" b="1"/>
              <a:t>2. Evasi Anomaly:</a:t>
            </a:r>
            <a:endParaRPr lang="en-ID" sz="2000"/>
          </a:p>
          <a:p>
            <a:pPr lvl="1"/>
            <a:r>
              <a:rPr lang="en-ID" sz="2000" b="1"/>
              <a:t>Low-and-Slow Attack:</a:t>
            </a:r>
            <a:r>
              <a:rPr lang="en-ID" sz="2000"/>
              <a:t> Melakukan serangan secara perlahan dan bertahap untuk di bawah radar deteksi anomali.</a:t>
            </a:r>
          </a:p>
          <a:p>
            <a:pPr lvl="1"/>
            <a:r>
              <a:rPr lang="en-ID" sz="2000" b="1"/>
              <a:t>Mimicry:</a:t>
            </a:r>
            <a:r>
              <a:rPr lang="en-ID" sz="2000"/>
              <a:t> Meniru perilaku pengguna atau proses yang sah.</a:t>
            </a:r>
          </a:p>
          <a:p>
            <a:r>
              <a:rPr lang="en-ID" sz="2000" b="1"/>
              <a:t>3. Blind Spot Exploitation:</a:t>
            </a:r>
            <a:endParaRPr lang="en-ID" sz="2000"/>
          </a:p>
          <a:p>
            <a:pPr lvl="1"/>
            <a:r>
              <a:rPr lang="en-ID" sz="2000"/>
              <a:t>Memanfaatkan traffic terenkripsi (HTTPS) yang tidak bisa diperiksa isinya.</a:t>
            </a:r>
          </a:p>
          <a:p>
            <a:pPr lvl="1"/>
            <a:r>
              <a:rPr lang="en-ID" sz="2000"/>
              <a:t>Menggunakan protokol non-standar yang tidak dipantau IDS.</a:t>
            </a:r>
          </a:p>
          <a:p>
            <a:r>
              <a:rPr lang="en-ID" sz="2000" b="1"/>
              <a:t>4. Disabling the Service:</a:t>
            </a:r>
            <a:r>
              <a:rPr lang="en-ID" sz="2000"/>
              <a:t> Menghentikan layanan IDS secara langsung (membutuhkan hak akses tinggi).</a:t>
            </a:r>
          </a:p>
          <a:p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3353303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094B1-6C87-2F2F-456E-0D72A4FB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Demo Live: Mengelabui Deteksi PowerShell</a:t>
            </a:r>
            <a:endParaRPr lang="en-ID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F8817A-7266-B0ED-7D60-4E68EE6965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39273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58987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D62B3-05C3-B281-D832-933D538A6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ID" sz="5400"/>
              <a:t>Module 5: Membuat Terowongan Rahasia di Bawah Pagar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3CFA4-2070-9FA4-DCA5-5A548BB0E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ID" sz="2200" b="1"/>
              <a:t>Apa itu Tunneling?</a:t>
            </a:r>
            <a:r>
              <a:rPr lang="en-ID" sz="2200"/>
              <a:t> Teknik untuk menyembunyikan satu protokol di dalam protokol lainnya.</a:t>
            </a:r>
          </a:p>
          <a:p>
            <a:r>
              <a:rPr lang="en-ID" sz="2200" b="1"/>
              <a:t>Mengapa Efektif?</a:t>
            </a:r>
            <a:r>
              <a:rPr lang="en-ID" sz="2200"/>
              <a:t> Firewall melihat traffic protokol luar (yang diizinkan, misal HTTPS), tapi tidak sadar ada protokol lain di dalamnya.</a:t>
            </a:r>
          </a:p>
          <a:p>
            <a:r>
              <a:rPr lang="en-ID" sz="2200" b="1"/>
              <a:t>Contoh Protokol Tunneling:</a:t>
            </a:r>
            <a:endParaRPr lang="en-ID" sz="2200"/>
          </a:p>
          <a:p>
            <a:pPr lvl="1"/>
            <a:r>
              <a:rPr lang="en-ID" sz="2200"/>
              <a:t>SSH Tunneling</a:t>
            </a:r>
          </a:p>
          <a:p>
            <a:pPr lvl="1"/>
            <a:r>
              <a:rPr lang="en-ID" sz="2200"/>
              <a:t>DNS Tunneling</a:t>
            </a:r>
          </a:p>
          <a:p>
            <a:pPr lvl="1"/>
            <a:r>
              <a:rPr lang="en-ID" sz="2200"/>
              <a:t>HTTP/HTTPS Tunneling</a:t>
            </a:r>
          </a:p>
          <a:p>
            <a:pPr lvl="1"/>
            <a:r>
              <a:rPr lang="en-ID" sz="2200"/>
              <a:t>ICMP Tunneling</a:t>
            </a:r>
          </a:p>
          <a:p>
            <a:endParaRPr lang="en-ID" sz="2200"/>
          </a:p>
        </p:txBody>
      </p:sp>
    </p:spTree>
    <p:extLst>
      <p:ext uri="{BB962C8B-B14F-4D97-AF65-F5344CB8AC3E}">
        <p14:creationId xmlns:p14="http://schemas.microsoft.com/office/powerpoint/2010/main" val="388673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09163-81C8-B79A-3AD7-A3BE05F72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fi-FI" sz="4000"/>
              <a:t>SSH Tunneling: Alat Multiguna Penyerang</a:t>
            </a:r>
            <a:endParaRPr lang="en-ID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C74997-1512-26FF-3B1D-6DE0E8BCA5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44709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698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54EB9A-171C-7B81-D892-9031B2658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sv-SE" sz="4600"/>
              <a:t>Ilustrasi Serangan Menggunakan SOCKS Proxy</a:t>
            </a:r>
            <a:endParaRPr lang="en-ID" sz="4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7B979-8B6A-3C2D-849C-D9FDD14C0E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62" r="36599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F9D6A-2B97-A2BC-DDCA-83EE8D9E3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ID" sz="1700" b="1"/>
              <a:t>Diagram Sederhana:</a:t>
            </a:r>
            <a:endParaRPr lang="en-ID" sz="1700"/>
          </a:p>
          <a:p>
            <a:pPr lvl="1"/>
            <a:r>
              <a:rPr lang="en-ID" sz="1700"/>
              <a:t>[</a:t>
            </a:r>
            <a:r>
              <a:rPr lang="en-ID" sz="1700" b="1"/>
              <a:t>Attacker's PC</a:t>
            </a:r>
            <a:r>
              <a:rPr lang="en-ID" sz="1700"/>
              <a:t>] ---(Internet)---&gt; [</a:t>
            </a:r>
            <a:r>
              <a:rPr lang="en-ID" sz="1700" b="1"/>
              <a:t>Firewall (Port 22/443 open)</a:t>
            </a:r>
            <a:r>
              <a:rPr lang="en-ID" sz="1700"/>
              <a:t>] ---(SSH Tunnel)---&gt; [</a:t>
            </a:r>
            <a:r>
              <a:rPr lang="en-ID" sz="1700" b="1"/>
              <a:t>Compromised SSH Server</a:t>
            </a:r>
            <a:r>
              <a:rPr lang="en-ID" sz="1700"/>
              <a:t>] ---&gt; [</a:t>
            </a:r>
            <a:r>
              <a:rPr lang="en-ID" sz="1700" b="1"/>
              <a:t>Internal Network Resources</a:t>
            </a:r>
            <a:r>
              <a:rPr lang="en-ID" sz="1700"/>
              <a:t>]</a:t>
            </a:r>
          </a:p>
          <a:p>
            <a:r>
              <a:rPr lang="en-ID" sz="1700" b="1"/>
              <a:t>Penjelasan:</a:t>
            </a:r>
            <a:endParaRPr lang="en-ID" sz="1700"/>
          </a:p>
          <a:p>
            <a:pPr lvl="1"/>
            <a:r>
              <a:rPr lang="en-ID" sz="1700"/>
              <a:t>Penyerang membuat koneksi SSH ke server yang sudah dikompromikan di dalam jaringan.</a:t>
            </a:r>
          </a:p>
          <a:p>
            <a:pPr lvl="1"/>
            <a:r>
              <a:rPr lang="en-ID" sz="1700"/>
              <a:t>Penyerang mengatur browser untuk menggunakan proxy SOCKS yang dibuat oleh koneksi SSH.</a:t>
            </a:r>
          </a:p>
          <a:p>
            <a:pPr lvl="1"/>
            <a:r>
              <a:rPr lang="en-ID" sz="1700"/>
              <a:t>Saat penyerang mengakses </a:t>
            </a:r>
            <a:r>
              <a:rPr lang="en-ID" sz="1700" b="1"/>
              <a:t>http://internal-server.local</a:t>
            </a:r>
            <a:r>
              <a:rPr lang="en-ID" sz="1700"/>
              <a:t>, traffic-nya dibungkus dalam koneksi SSH dan lolos dari firewall.</a:t>
            </a:r>
          </a:p>
          <a:p>
            <a:endParaRPr lang="en-ID" sz="1700"/>
          </a:p>
        </p:txBody>
      </p:sp>
    </p:spTree>
    <p:extLst>
      <p:ext uri="{BB962C8B-B14F-4D97-AF65-F5344CB8AC3E}">
        <p14:creationId xmlns:p14="http://schemas.microsoft.com/office/powerpoint/2010/main" val="273591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81133-77CB-E371-5FF3-88DF37FDD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Hands-On Lab 1: SSH Tunneling &amp; SOCKS Proxy</a:t>
            </a:r>
            <a:endParaRPr lang="en-ID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C4A4BEC-A64B-FDAB-A6EF-F368039FF4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787624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1754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16BFE-9FC8-FD39-251B-C4F76022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ID" sz="5400"/>
              <a:t>Module 6: Mengelabui Penjaga File dan Proses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62D50-B524-F4B3-F357-9103E4754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ID" sz="2000" b="1"/>
              <a:t>Mengapa AV Bisa Dibobol?</a:t>
            </a:r>
            <a:r>
              <a:rPr lang="en-ID" sz="2000"/>
              <a:t> AV juga bergantung pada </a:t>
            </a:r>
            <a:r>
              <a:rPr lang="en-ID" sz="2000" i="1"/>
              <a:t>signature</a:t>
            </a:r>
            <a:r>
              <a:rPr lang="en-ID" sz="2000"/>
              <a:t> dan heuristik, sama seperti IDS.</a:t>
            </a:r>
          </a:p>
          <a:p>
            <a:r>
              <a:rPr lang="en-ID" sz="2000" b="1"/>
              <a:t>Teknik Evasi Umum:</a:t>
            </a:r>
            <a:endParaRPr lang="en-ID" sz="2000"/>
          </a:p>
          <a:p>
            <a:pPr lvl="1"/>
            <a:r>
              <a:rPr lang="en-ID" sz="2000" b="1"/>
              <a:t>Polymorphic/Metamorphic Code:</a:t>
            </a:r>
            <a:r>
              <a:rPr lang="en-ID" sz="2000"/>
              <a:t> Malware yang secara aktif mengubah kodenya sendiri setiap kali menginfeksi.</a:t>
            </a:r>
          </a:p>
          <a:p>
            <a:pPr lvl="1"/>
            <a:r>
              <a:rPr lang="en-ID" sz="2000" b="1"/>
              <a:t>Packers &amp; Cryptors:</a:t>
            </a:r>
            <a:r>
              <a:rPr lang="en-ID" sz="2000"/>
              <a:t> Mengompresi/mengenkripsi file malware untuk menyembunyikan </a:t>
            </a:r>
            <a:r>
              <a:rPr lang="en-ID" sz="2000" i="1"/>
              <a:t>signature</a:t>
            </a:r>
            <a:r>
              <a:rPr lang="en-ID" sz="2000"/>
              <a:t>-nya dari AV.</a:t>
            </a:r>
          </a:p>
          <a:p>
            <a:pPr lvl="1"/>
            <a:r>
              <a:rPr lang="en-ID" sz="2000" b="1"/>
              <a:t>Living-off-the-Land (LotL):</a:t>
            </a:r>
            <a:r>
              <a:rPr lang="en-ID" sz="2000"/>
              <a:t> Menggunakan tools sistem yang sah (seperti </a:t>
            </a:r>
            <a:r>
              <a:rPr lang="en-ID" sz="2000" b="1"/>
              <a:t>powershell.exe</a:t>
            </a:r>
            <a:r>
              <a:rPr lang="en-ID" sz="2000"/>
              <a:t>, </a:t>
            </a:r>
            <a:r>
              <a:rPr lang="en-ID" sz="2000" b="1"/>
              <a:t>certutil.exe</a:t>
            </a:r>
            <a:r>
              <a:rPr lang="en-ID" sz="2000"/>
              <a:t>) untuk melakukan aktivitas jahat, karena AV mempercayai tools ini.</a:t>
            </a:r>
          </a:p>
          <a:p>
            <a:pPr lvl="1"/>
            <a:r>
              <a:rPr lang="en-ID" sz="2000" b="1"/>
              <a:t>Sandbox Evasion:</a:t>
            </a:r>
            <a:r>
              <a:rPr lang="en-ID" sz="2000"/>
              <a:t> Mendeteksi apakah malware berjalan di lingkungan virtual/analisis (sandbox) dan berhenti berjalan jika iya.</a:t>
            </a:r>
          </a:p>
          <a:p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1000072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0D59F-37C3-8398-D458-95D9DC74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Hands-On Lab 2: Mengubah Signature Malware</a:t>
            </a:r>
            <a:endParaRPr lang="en-ID" sz="4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F26DE06E-AAFD-C388-0FA5-6B616E9A6B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795306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7623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D06D0-0C09-E654-D731-1E8B47D9B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fi-FI" sz="4000"/>
              <a:t>Apa yang Telah Kita Pelajari Hari Ini?</a:t>
            </a:r>
            <a:endParaRPr lang="en-ID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537525-9CC6-650E-ACB1-43DAD520AB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37776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6374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B3B17-69CE-2318-DD9B-E00E48832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D" sz="4000"/>
              <a:t>Besok: Saatnya Membangun Pertahanan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E14698-1A40-01A6-0800-3F6670EB80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900978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0116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9B4D9-D0C7-DE43-2C83-A5E46039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Terima Kasih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9032B-8EB4-F6BD-77EB-82C14F9FB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Sampai jumpa besok pagi untuk sesi penutup!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8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1147</Words>
  <Application>Microsoft Office PowerPoint</Application>
  <PresentationFormat>Widescreen</PresentationFormat>
  <Paragraphs>114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Evading IDS and Firewalls: Techniques and Countermeasures</vt:lpstr>
      <vt:lpstr>Agenda Hari Kedua</vt:lpstr>
      <vt:lpstr>Refleksi: Apa yang Sudah Kita Pelajari?</vt:lpstr>
      <vt:lpstr>Module 4: Menghindari Deteksi Sistem Alarm</vt:lpstr>
      <vt:lpstr>Memahami Cara "Mendengar" Musuh</vt:lpstr>
      <vt:lpstr>Cara Mematikan atau Mengelabui Alarm</vt:lpstr>
      <vt:lpstr>Demo Live: Mengelabui Deteksi PowerShell</vt:lpstr>
      <vt:lpstr>Module 5: Membuat Terowongan Rahasia di Bawah Pagar</vt:lpstr>
      <vt:lpstr>SSH Tunneling: Alat Multiguna Penyerang</vt:lpstr>
      <vt:lpstr>Ilustrasi Serangan Menggunakan SOCKS Proxy</vt:lpstr>
      <vt:lpstr>Hands-On Lab 1: SSH Tunneling &amp; SOCKS Proxy</vt:lpstr>
      <vt:lpstr>Module 6: Mengelabui Penjaga File dan Proses</vt:lpstr>
      <vt:lpstr>Hands-On Lab 2: Mengubah Signature Malware</vt:lpstr>
      <vt:lpstr>Apa yang Telah Kita Pelajari Hari Ini?</vt:lpstr>
      <vt:lpstr>Besok: Saatnya Membangun Pertahanan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ROLLY MAULANA AWANGGA</dc:creator>
  <cp:lastModifiedBy>ROLLY MAULANA AWANGGA</cp:lastModifiedBy>
  <cp:revision>30</cp:revision>
  <dcterms:created xsi:type="dcterms:W3CDTF">2025-11-23T14:40:40Z</dcterms:created>
  <dcterms:modified xsi:type="dcterms:W3CDTF">2025-11-23T15:00:21Z</dcterms:modified>
</cp:coreProperties>
</file>